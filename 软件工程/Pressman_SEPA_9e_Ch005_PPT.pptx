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slideLayouts/slideLayout11.xml" ContentType="application/vnd.openxmlformats-officedocument.presentationml.slideLayout+xml"/>
  <Override PartName="/ppt/theme/theme3.xml" ContentType="application/vnd.openxmlformats-officedocument.theme+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theme/theme4.xml" ContentType="application/vnd.openxmlformats-officedocument.theme+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5.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9" r:id="rId1"/>
    <p:sldMasterId id="2147483691" r:id="rId2"/>
    <p:sldMasterId id="2147483684" r:id="rId3"/>
    <p:sldMasterId id="2147483686" r:id="rId4"/>
    <p:sldMasterId id="2147483701" r:id="rId5"/>
  </p:sldMasterIdLst>
  <p:sldIdLst>
    <p:sldId id="275" r:id="rId6"/>
    <p:sldId id="266" r:id="rId7"/>
    <p:sldId id="267" r:id="rId8"/>
    <p:sldId id="268" r:id="rId9"/>
    <p:sldId id="269" r:id="rId10"/>
    <p:sldId id="270" r:id="rId11"/>
    <p:sldId id="271" r:id="rId12"/>
    <p:sldId id="272" r:id="rId13"/>
    <p:sldId id="273" r:id="rId14"/>
    <p:sldId id="274" r:id="rId15"/>
    <p:sldId id="260" r:id="rId16"/>
    <p:sldId id="258" r:id="rId17"/>
    <p:sldId id="264" r:id="rId18"/>
    <p:sldId id="276" r:id="rId19"/>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Main Content" id="{5973D931-3BAC-4F30-9C16-B7461F574E40}">
          <p14:sldIdLst>
            <p14:sldId id="275"/>
            <p14:sldId id="266"/>
            <p14:sldId id="267"/>
            <p14:sldId id="268"/>
            <p14:sldId id="269"/>
            <p14:sldId id="270"/>
            <p14:sldId id="271"/>
            <p14:sldId id="272"/>
            <p14:sldId id="273"/>
            <p14:sldId id="274"/>
            <p14:sldId id="260"/>
          </p14:sldIdLst>
        </p14:section>
        <p14:section name="Appendix: Image Descriptions for Unsighted Students" id="{9E859B0B-078E-463E-89A6-21C20DD280C4}">
          <p14:sldIdLst>
            <p14:sldId id="258"/>
            <p14:sldId id="264"/>
            <p14:sldId id="276"/>
          </p14:sldIdLst>
        </p14:section>
      </p14:sectionLst>
    </p:ext>
    <p:ext uri="{EFAFB233-063F-42B5-8137-9DF3F51BA10A}">
      <p15:sldGuideLst xmlns:p15="http://schemas.microsoft.com/office/powerpoint/2012/main">
        <p15:guide id="2" pos="3264" userDrawn="1">
          <p15:clr>
            <a:srgbClr val="A4A3A4"/>
          </p15:clr>
        </p15:guide>
        <p15:guide id="3" orient="horz" pos="2256" userDrawn="1">
          <p15:clr>
            <a:srgbClr val="A4A3A4"/>
          </p15:clr>
        </p15:guide>
        <p15:guide id="4" pos="56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Ciporen, Laura" initials="CL" lastIdx="4" clrIdx="0"/>
  <p:cmAuthor id="2" name="Ciporen, Laura" initials="CL [2]" lastIdx="2" clrIdx="1"/>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34580" autoAdjust="0"/>
    <p:restoredTop sz="86410" autoAdjust="0"/>
  </p:normalViewPr>
  <p:slideViewPr>
    <p:cSldViewPr snapToGrid="0" showGuides="1">
      <p:cViewPr varScale="1">
        <p:scale>
          <a:sx n="79" d="100"/>
          <a:sy n="79" d="100"/>
        </p:scale>
        <p:origin x="852" y="68"/>
      </p:cViewPr>
      <p:guideLst>
        <p:guide pos="3264"/>
        <p:guide orient="horz" pos="2256"/>
        <p:guide pos="5640"/>
      </p:guideLst>
    </p:cSldViewPr>
  </p:slideViewPr>
  <p:outlineViewPr>
    <p:cViewPr>
      <p:scale>
        <a:sx n="66" d="100"/>
        <a:sy n="66" d="100"/>
      </p:scale>
      <p:origin x="0" y="-42782"/>
    </p:cViewPr>
  </p:outlin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3" Type="http://schemas.openxmlformats.org/officeDocument/2006/relationships/slideMaster" Target="slideMasters/slideMaster3.xml"/><Relationship Id="rId21" Type="http://schemas.openxmlformats.org/officeDocument/2006/relationships/presProps" Target="presProps.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 Type="http://schemas.openxmlformats.org/officeDocument/2006/relationships/slideMaster" Target="slideMasters/slideMaster2.xml"/><Relationship Id="rId16" Type="http://schemas.openxmlformats.org/officeDocument/2006/relationships/slide" Target="slides/slide11.xml"/><Relationship Id="rId20" Type="http://schemas.openxmlformats.org/officeDocument/2006/relationships/commentAuthors" Target="commentAuthors.xml"/><Relationship Id="rId1" Type="http://schemas.openxmlformats.org/officeDocument/2006/relationships/slideMaster" Target="slideMasters/slideMaster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tableStyles" Target="tableStyles.xml"/><Relationship Id="rId5" Type="http://schemas.openxmlformats.org/officeDocument/2006/relationships/slideMaster" Target="slideMasters/slideMaster5.xml"/><Relationship Id="rId15" Type="http://schemas.openxmlformats.org/officeDocument/2006/relationships/slide" Target="slides/slide10.xml"/><Relationship Id="rId23" Type="http://schemas.openxmlformats.org/officeDocument/2006/relationships/theme" Target="theme/theme1.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slideMaster" Target="slideMasters/slideMaster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3.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Title Slide W/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346105" y="2099014"/>
            <a:ext cx="3863458" cy="3863458"/>
            <a:chOff x="331115" y="2099014"/>
            <a:chExt cx="3863458" cy="3863458"/>
          </a:xfrm>
        </p:grpSpPr>
        <p:sp>
          <p:nvSpPr>
            <p:cNvPr id="13" name="Rectangle 12">
              <a:extLst>
                <a:ext uri="{FF2B5EF4-FFF2-40B4-BE49-F238E27FC236}">
                  <a16:creationId xmlns:a16="http://schemas.microsoft.com/office/drawing/2014/main" id="{FD9DDEA9-6897-2B48-BA6A-9075880AA615}"/>
                </a:ext>
              </a:extLst>
            </p:cNvPr>
            <p:cNvSpPr/>
            <p:nvPr userDrawn="1"/>
          </p:nvSpPr>
          <p:spPr>
            <a:xfrm>
              <a:off x="331115" y="2099014"/>
              <a:ext cx="3863458" cy="386345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4" name="Rectangle 13">
              <a:extLst>
                <a:ext uri="{FF2B5EF4-FFF2-40B4-BE49-F238E27FC236}">
                  <a16:creationId xmlns:a16="http://schemas.microsoft.com/office/drawing/2014/main" id="{52AD1ADE-6D88-5C48-9EEF-7E081C733011}"/>
                </a:ext>
              </a:extLst>
            </p:cNvPr>
            <p:cNvSpPr/>
            <p:nvPr userDrawn="1"/>
          </p:nvSpPr>
          <p:spPr>
            <a:xfrm>
              <a:off x="467612" y="2368353"/>
              <a:ext cx="3457621" cy="3457621"/>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599258" y="2898475"/>
              <a:ext cx="2793799" cy="2792652"/>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p:ph type="ctrTitle" hasCustomPrompt="1"/>
          </p:nvPr>
        </p:nvSpPr>
        <p:spPr>
          <a:xfrm>
            <a:off x="621792" y="3140014"/>
            <a:ext cx="2788920" cy="1157665"/>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p:ph type="subTitle" idx="1" hasCustomPrompt="1"/>
          </p:nvPr>
        </p:nvSpPr>
        <p:spPr>
          <a:xfrm>
            <a:off x="621792" y="4261103"/>
            <a:ext cx="2788920" cy="612821"/>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p:ph type="body" sz="quarter" idx="10" hasCustomPrompt="1"/>
          </p:nvPr>
        </p:nvSpPr>
        <p:spPr>
          <a:xfrm>
            <a:off x="621792" y="5093208"/>
            <a:ext cx="2788920" cy="576185"/>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8AC4EEC4-5547-4185-92E7-A6CAF888043F}"/>
              </a:ext>
            </a:extLst>
          </p:cNvPr>
          <p:cNvSpPr>
            <a:spLocks noGrp="1"/>
          </p:cNvSpPr>
          <p:nvPr>
            <p:ph type="ftr" sz="quarter" idx="12"/>
          </p:nvPr>
        </p:nvSpPr>
        <p:spPr>
          <a:xfrm>
            <a:off x="0" y="6478438"/>
            <a:ext cx="9144000" cy="374266"/>
          </a:xfrm>
        </p:spPr>
        <p:txBody>
          <a:bodyPr/>
          <a:lstStyle>
            <a:lvl1pPr algn="ctr">
              <a:defRPr>
                <a:solidFill>
                  <a:schemeClr val="tx1">
                    <a:lumMod val="50000"/>
                    <a:lumOff val="50000"/>
                  </a:schemeClr>
                </a:solidFill>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01655917"/>
      </p:ext>
    </p:extLst>
  </p:cSld>
  <p:clrMapOvr>
    <a:masterClrMapping/>
  </p:clrMapOvr>
  <p:extLst>
    <p:ext uri="{DCECCB84-F9BA-43D5-87BE-67443E8EF086}">
      <p15:sldGuideLst xmlns:p15="http://schemas.microsoft.com/office/powerpoint/2012/main">
        <p15:guide id="1" orient="horz" pos="957">
          <p15:clr>
            <a:srgbClr val="FBAE40"/>
          </p15:clr>
        </p15:guide>
        <p15:guide id="2" orient="horz" pos="4104">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2_Title Slide W/Cover">
    <p:spTree>
      <p:nvGrpSpPr>
        <p:cNvPr id="1" name=""/>
        <p:cNvGrpSpPr/>
        <p:nvPr/>
      </p:nvGrpSpPr>
      <p:grpSpPr>
        <a:xfrm>
          <a:off x="0" y="0"/>
          <a:ext cx="0" cy="0"/>
          <a:chOff x="0" y="0"/>
          <a:chExt cx="0" cy="0"/>
        </a:xfrm>
      </p:grpSpPr>
      <p:grpSp>
        <p:nvGrpSpPr>
          <p:cNvPr id="4" name="MHE Altered Background, fixed">
            <a:extLst>
              <a:ext uri="{FF2B5EF4-FFF2-40B4-BE49-F238E27FC236}">
                <a16:creationId xmlns:a16="http://schemas.microsoft.com/office/drawing/2014/main" id="{E2D8ACCF-E5FC-4FE9-9E84-B2A0A6B1EEBA}"/>
              </a:ext>
              <a:ext uri="{C183D7F6-B498-43B3-948B-1728B52AA6E4}">
                <adec:decorative xmlns:adec="http://schemas.microsoft.com/office/drawing/2017/decorative" val="1"/>
              </a:ext>
            </a:extLst>
          </p:cNvPr>
          <p:cNvGrpSpPr/>
          <p:nvPr userDrawn="1"/>
        </p:nvGrpSpPr>
        <p:grpSpPr>
          <a:xfrm>
            <a:off x="342900" y="2095500"/>
            <a:ext cx="3886199" cy="3886199"/>
            <a:chOff x="342900" y="2095500"/>
            <a:chExt cx="3886199" cy="3886199"/>
          </a:xfrm>
        </p:grpSpPr>
        <p:sp>
          <p:nvSpPr>
            <p:cNvPr id="14" name="Rectangle 13">
              <a:extLst>
                <a:ext uri="{FF2B5EF4-FFF2-40B4-BE49-F238E27FC236}">
                  <a16:creationId xmlns:a16="http://schemas.microsoft.com/office/drawing/2014/main" id="{52AD1ADE-6D88-5C48-9EEF-7E081C733011}"/>
                </a:ext>
              </a:extLst>
            </p:cNvPr>
            <p:cNvSpPr/>
            <p:nvPr userDrawn="1"/>
          </p:nvSpPr>
          <p:spPr>
            <a:xfrm>
              <a:off x="342900" y="2095500"/>
              <a:ext cx="3886199" cy="3886199"/>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5" name="Rectangle 14">
              <a:extLst>
                <a:ext uri="{FF2B5EF4-FFF2-40B4-BE49-F238E27FC236}">
                  <a16:creationId xmlns:a16="http://schemas.microsoft.com/office/drawing/2014/main" id="{AFE6DE48-1064-2849-AF2D-2E29711B1885}"/>
                </a:ext>
              </a:extLst>
            </p:cNvPr>
            <p:cNvSpPr/>
            <p:nvPr userDrawn="1"/>
          </p:nvSpPr>
          <p:spPr>
            <a:xfrm>
              <a:off x="495300" y="2362200"/>
              <a:ext cx="3429000" cy="34671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7" name="Title"/>
          <p:cNvSpPr>
            <a:spLocks noGrp="1"/>
          </p:cNvSpPr>
          <p:nvPr userDrawn="1">
            <p:ph type="ctrTitle" hasCustomPrompt="1"/>
          </p:nvPr>
        </p:nvSpPr>
        <p:spPr>
          <a:xfrm>
            <a:off x="621792" y="2608290"/>
            <a:ext cx="3035808" cy="1394084"/>
          </a:xfrm>
          <a:prstGeom prst="rect">
            <a:avLst/>
          </a:prstGeom>
        </p:spPr>
        <p:txBody>
          <a:bodyPr anchor="b">
            <a:noAutofit/>
          </a:bodyPr>
          <a:lstStyle>
            <a:lvl1pPr algn="l">
              <a:lnSpc>
                <a:spcPct val="100000"/>
              </a:lnSpc>
              <a:defRPr sz="2600" b="1">
                <a:solidFill>
                  <a:schemeClr val="bg1"/>
                </a:solidFill>
              </a:defRPr>
            </a:lvl1pPr>
          </a:lstStyle>
          <a:p>
            <a:r>
              <a:rPr lang="en-US" dirty="0"/>
              <a:t>Presentation Title</a:t>
            </a:r>
          </a:p>
        </p:txBody>
      </p:sp>
      <p:sp>
        <p:nvSpPr>
          <p:cNvPr id="8" name="Subtitle"/>
          <p:cNvSpPr>
            <a:spLocks noGrp="1"/>
          </p:cNvSpPr>
          <p:nvPr userDrawn="1">
            <p:ph type="subTitle" idx="1" hasCustomPrompt="1"/>
          </p:nvPr>
        </p:nvSpPr>
        <p:spPr>
          <a:xfrm>
            <a:off x="621792" y="4069830"/>
            <a:ext cx="3035808" cy="804094"/>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Presentation Subtitle</a:t>
            </a:r>
          </a:p>
        </p:txBody>
      </p:sp>
      <p:cxnSp>
        <p:nvCxnSpPr>
          <p:cNvPr id="9"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13232" y="4919472"/>
            <a:ext cx="2532888"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3" name="Text Placeholder"/>
          <p:cNvSpPr>
            <a:spLocks noGrp="1"/>
          </p:cNvSpPr>
          <p:nvPr userDrawn="1">
            <p:ph type="body" sz="quarter" idx="10" hasCustomPrompt="1"/>
          </p:nvPr>
        </p:nvSpPr>
        <p:spPr>
          <a:xfrm>
            <a:off x="621791" y="5096656"/>
            <a:ext cx="3043303" cy="569626"/>
          </a:xfrm>
          <a:prstGeom prst="rect">
            <a:avLst/>
          </a:prstGeom>
        </p:spPr>
        <p:txBody>
          <a:bodyPr/>
          <a:lstStyle>
            <a:lvl1pPr>
              <a:spcBef>
                <a:spcPts val="0"/>
              </a:spcBef>
              <a:defRPr sz="1200" b="1">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dirty="0"/>
              <a:t>Extra Text</a:t>
            </a:r>
          </a:p>
        </p:txBody>
      </p:sp>
      <p:sp>
        <p:nvSpPr>
          <p:cNvPr id="3" name="Cover Placeholder">
            <a:extLst>
              <a:ext uri="{FF2B5EF4-FFF2-40B4-BE49-F238E27FC236}">
                <a16:creationId xmlns:a16="http://schemas.microsoft.com/office/drawing/2014/main" id="{67C61915-1FDF-4DF1-95F4-8BAC894B4DC1}"/>
              </a:ext>
            </a:extLst>
          </p:cNvPr>
          <p:cNvSpPr>
            <a:spLocks noGrp="1"/>
          </p:cNvSpPr>
          <p:nvPr userDrawn="1">
            <p:ph type="pic" sz="quarter" idx="11" hasCustomPrompt="1"/>
          </p:nvPr>
        </p:nvSpPr>
        <p:spPr>
          <a:xfrm>
            <a:off x="4572000" y="1450229"/>
            <a:ext cx="4229100" cy="4976453"/>
          </a:xfrm>
          <a:prstGeom prst="rect">
            <a:avLst/>
          </a:prstGeom>
        </p:spPr>
        <p:txBody>
          <a:bodyPr/>
          <a:lstStyle>
            <a:lvl1pPr>
              <a:defRPr/>
            </a:lvl1pPr>
          </a:lstStyle>
          <a:p>
            <a:r>
              <a:rPr lang="en-US" dirty="0"/>
              <a:t>Optional: Include Cover Here</a:t>
            </a:r>
          </a:p>
        </p:txBody>
      </p:sp>
      <p:sp>
        <p:nvSpPr>
          <p:cNvPr id="2" name="Long Copyright">
            <a:extLst>
              <a:ext uri="{FF2B5EF4-FFF2-40B4-BE49-F238E27FC236}">
                <a16:creationId xmlns:a16="http://schemas.microsoft.com/office/drawing/2014/main" id="{F4607C07-D864-4A1A-8061-D12997CC50CE}"/>
              </a:ext>
            </a:extLst>
          </p:cNvPr>
          <p:cNvSpPr>
            <a:spLocks noGrp="1"/>
          </p:cNvSpPr>
          <p:nvPr>
            <p:ph type="ftr" sz="quarter" idx="12"/>
          </p:nvPr>
        </p:nvSpPr>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2489068921"/>
      </p:ext>
    </p:extLst>
  </p:cSld>
  <p:clrMapOvr>
    <a:masterClrMapping/>
  </p:clrMapOvr>
  <p:extLst>
    <p:ext uri="{DCECCB84-F9BA-43D5-87BE-67443E8EF086}">
      <p15:sldGuideLst xmlns:p15="http://schemas.microsoft.com/office/powerpoint/2012/main">
        <p15:guide id="1" orient="horz" pos="1320">
          <p15:clr>
            <a:srgbClr val="FBAE40"/>
          </p15:clr>
        </p15:guide>
        <p15:guide id="2" orient="horz" pos="3768">
          <p15:clr>
            <a:srgbClr val="FBAE40"/>
          </p15:clr>
        </p15:guide>
        <p15:guide id="3" pos="2664">
          <p15:clr>
            <a:srgbClr val="FBAE40"/>
          </p15:clr>
        </p15:guide>
        <p15:guide id="4" pos="2880">
          <p15:clr>
            <a:srgbClr val="FBAE40"/>
          </p15:clr>
        </p15:guide>
        <p15:guide id="5" pos="2472">
          <p15:clr>
            <a:srgbClr val="FBAE40"/>
          </p15:clr>
        </p15:guide>
        <p15:guide id="6" pos="312">
          <p15:clr>
            <a:srgbClr val="FBAE40"/>
          </p15:clr>
        </p15:guide>
        <p15:guide id="7" orient="horz" pos="1488">
          <p15:clr>
            <a:srgbClr val="FBAE40"/>
          </p15:clr>
        </p15:guide>
        <p15:guide id="8" orient="horz" pos="3672">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Title Slide NO Cover">
    <p:spTree>
      <p:nvGrpSpPr>
        <p:cNvPr id="1" name=""/>
        <p:cNvGrpSpPr/>
        <p:nvPr/>
      </p:nvGrpSpPr>
      <p:grpSpPr>
        <a:xfrm>
          <a:off x="0" y="0"/>
          <a:ext cx="0" cy="0"/>
          <a:chOff x="0" y="0"/>
          <a:chExt cx="0" cy="0"/>
        </a:xfrm>
      </p:grpSpPr>
      <p:grpSp>
        <p:nvGrpSpPr>
          <p:cNvPr id="20" name="MHE Official Background, fixed">
            <a:extLst>
              <a:ext uri="{C183D7F6-B498-43B3-948B-1728B52AA6E4}">
                <adec:decorative xmlns:adec="http://schemas.microsoft.com/office/drawing/2017/decorative" val="1"/>
              </a:ext>
            </a:extLst>
          </p:cNvPr>
          <p:cNvGrpSpPr/>
          <p:nvPr userDrawn="1"/>
        </p:nvGrpSpPr>
        <p:grpSpPr>
          <a:xfrm>
            <a:off x="0" y="1452559"/>
            <a:ext cx="9144000" cy="4982750"/>
            <a:chOff x="0" y="1521567"/>
            <a:chExt cx="9144000" cy="4846438"/>
          </a:xfrm>
        </p:grpSpPr>
        <p:sp>
          <p:nvSpPr>
            <p:cNvPr id="11" name="Rectangle 10">
              <a:extLst>
                <a:ext uri="{FF2B5EF4-FFF2-40B4-BE49-F238E27FC236}">
                  <a16:creationId xmlns:a16="http://schemas.microsoft.com/office/drawing/2014/main" id="{23FD8DC8-1EF1-6B48-9F31-D9D254F85818}"/>
                </a:ext>
              </a:extLst>
            </p:cNvPr>
            <p:cNvSpPr/>
            <p:nvPr userDrawn="1"/>
          </p:nvSpPr>
          <p:spPr>
            <a:xfrm>
              <a:off x="0" y="1521567"/>
              <a:ext cx="9144000" cy="4846438"/>
            </a:xfrm>
            <a:prstGeom prst="rect">
              <a:avLst/>
            </a:prstGeom>
            <a:solidFill>
              <a:srgbClr val="720F1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2" name="Rectangle 11">
              <a:extLst>
                <a:ext uri="{FF2B5EF4-FFF2-40B4-BE49-F238E27FC236}">
                  <a16:creationId xmlns:a16="http://schemas.microsoft.com/office/drawing/2014/main" id="{9500492E-5EBE-C745-8EEE-F17D4BB4582E}"/>
                </a:ext>
              </a:extLst>
            </p:cNvPr>
            <p:cNvSpPr/>
            <p:nvPr userDrawn="1"/>
          </p:nvSpPr>
          <p:spPr>
            <a:xfrm>
              <a:off x="185629" y="2001422"/>
              <a:ext cx="8493233" cy="4166364"/>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364385" y="2475809"/>
              <a:ext cx="7858340" cy="3513221"/>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777240" y="2985555"/>
            <a:ext cx="6521640" cy="873214"/>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p:ph type="subTitle" idx="1"/>
          </p:nvPr>
        </p:nvSpPr>
        <p:spPr>
          <a:xfrm>
            <a:off x="782058" y="3986784"/>
            <a:ext cx="4297680" cy="517585"/>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867202" y="465003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p:ph type="body" sz="quarter" idx="10"/>
          </p:nvPr>
        </p:nvSpPr>
        <p:spPr>
          <a:xfrm>
            <a:off x="777240" y="4718304"/>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380643474"/>
      </p:ext>
    </p:extLst>
  </p:cSld>
  <p:clrMapOvr>
    <a:masterClrMapping/>
  </p:clrMapOvr>
  <p:extLst>
    <p:ext uri="{DCECCB84-F9BA-43D5-87BE-67443E8EF086}">
      <p15:sldGuideLst xmlns:p15="http://schemas.microsoft.com/office/powerpoint/2012/main">
        <p15:guide id="1" orient="horz" pos="959">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Title Slide NO Cover">
    <p:spTree>
      <p:nvGrpSpPr>
        <p:cNvPr id="1" name=""/>
        <p:cNvGrpSpPr/>
        <p:nvPr/>
      </p:nvGrpSpPr>
      <p:grpSpPr>
        <a:xfrm>
          <a:off x="0" y="0"/>
          <a:ext cx="0" cy="0"/>
          <a:chOff x="0" y="0"/>
          <a:chExt cx="0" cy="0"/>
        </a:xfrm>
      </p:grpSpPr>
      <p:grpSp>
        <p:nvGrpSpPr>
          <p:cNvPr id="5" name="MHE altered Background, fixed">
            <a:extLst>
              <a:ext uri="{FF2B5EF4-FFF2-40B4-BE49-F238E27FC236}">
                <a16:creationId xmlns:a16="http://schemas.microsoft.com/office/drawing/2014/main" id="{7A14A7A9-A9D7-4A08-A24F-4D1C1F4C29CE}"/>
              </a:ext>
              <a:ext uri="{C183D7F6-B498-43B3-948B-1728B52AA6E4}">
                <adec:decorative xmlns:adec="http://schemas.microsoft.com/office/drawing/2017/decorative" val="1"/>
              </a:ext>
            </a:extLst>
          </p:cNvPr>
          <p:cNvGrpSpPr/>
          <p:nvPr userDrawn="1"/>
        </p:nvGrpSpPr>
        <p:grpSpPr>
          <a:xfrm>
            <a:off x="0" y="1446366"/>
            <a:ext cx="9143999" cy="4991100"/>
            <a:chOff x="0" y="1524000"/>
            <a:chExt cx="9143999" cy="4991100"/>
          </a:xfrm>
        </p:grpSpPr>
        <p:sp>
          <p:nvSpPr>
            <p:cNvPr id="12" name="Rectangle 11">
              <a:extLst>
                <a:ext uri="{FF2B5EF4-FFF2-40B4-BE49-F238E27FC236}">
                  <a16:creationId xmlns:a16="http://schemas.microsoft.com/office/drawing/2014/main" id="{9500492E-5EBE-C745-8EEE-F17D4BB4582E}"/>
                </a:ext>
              </a:extLst>
            </p:cNvPr>
            <p:cNvSpPr/>
            <p:nvPr userDrawn="1"/>
          </p:nvSpPr>
          <p:spPr>
            <a:xfrm>
              <a:off x="0" y="1524000"/>
              <a:ext cx="9143999" cy="4991100"/>
            </a:xfrm>
            <a:prstGeom prst="rect">
              <a:avLst/>
            </a:prstGeom>
            <a:solidFill>
              <a:srgbClr val="9F2241"/>
            </a:solidFill>
            <a:ln>
              <a:noFill/>
            </a:ln>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en-US" dirty="0"/>
            </a:p>
          </p:txBody>
        </p:sp>
        <p:sp>
          <p:nvSpPr>
            <p:cNvPr id="13" name="Rectangle 12">
              <a:extLst>
                <a:ext uri="{FF2B5EF4-FFF2-40B4-BE49-F238E27FC236}">
                  <a16:creationId xmlns:a16="http://schemas.microsoft.com/office/drawing/2014/main" id="{6D976C39-0B94-D44F-9108-A52DD0916B5A}"/>
                </a:ext>
              </a:extLst>
            </p:cNvPr>
            <p:cNvSpPr/>
            <p:nvPr userDrawn="1"/>
          </p:nvSpPr>
          <p:spPr>
            <a:xfrm>
              <a:off x="190500" y="2019300"/>
              <a:ext cx="8496300" cy="4267200"/>
            </a:xfrm>
            <a:prstGeom prst="rect">
              <a:avLst/>
            </a:prstGeom>
            <a:solidFill>
              <a:srgbClr val="E21A23"/>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dirty="0"/>
            </a:p>
          </p:txBody>
        </p:sp>
      </p:grpSp>
      <p:sp>
        <p:nvSpPr>
          <p:cNvPr id="2" name="Title"/>
          <p:cNvSpPr>
            <a:spLocks noGrp="1"/>
          </p:cNvSpPr>
          <p:nvPr userDrawn="1">
            <p:ph type="ctrTitle"/>
          </p:nvPr>
        </p:nvSpPr>
        <p:spPr>
          <a:xfrm>
            <a:off x="567378" y="2593298"/>
            <a:ext cx="6980170" cy="1130559"/>
          </a:xfrm>
          <a:prstGeom prst="rect">
            <a:avLst/>
          </a:prstGeom>
        </p:spPr>
        <p:txBody>
          <a:bodyPr anchor="t">
            <a:noAutofit/>
          </a:bodyPr>
          <a:lstStyle>
            <a:lvl1pPr algn="l">
              <a:lnSpc>
                <a:spcPct val="100000"/>
              </a:lnSpc>
              <a:defRPr sz="2600" b="1">
                <a:solidFill>
                  <a:schemeClr val="bg1"/>
                </a:solidFill>
              </a:defRPr>
            </a:lvl1pPr>
          </a:lstStyle>
          <a:p>
            <a:r>
              <a:rPr lang="en-US"/>
              <a:t>Click to edit Master title style</a:t>
            </a:r>
            <a:endParaRPr lang="en-US" dirty="0"/>
          </a:p>
        </p:txBody>
      </p:sp>
      <p:sp>
        <p:nvSpPr>
          <p:cNvPr id="3" name="Subtitle"/>
          <p:cNvSpPr>
            <a:spLocks noGrp="1"/>
          </p:cNvSpPr>
          <p:nvPr userDrawn="1">
            <p:ph type="subTitle" idx="1"/>
          </p:nvPr>
        </p:nvSpPr>
        <p:spPr>
          <a:xfrm>
            <a:off x="567378" y="3807503"/>
            <a:ext cx="4542020" cy="719352"/>
          </a:xfrm>
          <a:prstGeom prst="rect">
            <a:avLst/>
          </a:prstGeom>
        </p:spPr>
        <p:txBody>
          <a:bodyPr/>
          <a:lstStyle>
            <a:lvl1pPr marL="0" indent="0" algn="l">
              <a:buNone/>
              <a:defRPr sz="1800" b="0">
                <a:solidFill>
                  <a:schemeClr val="bg1"/>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cxnSp>
        <p:nvCxnSpPr>
          <p:cNvPr id="21" name="MHE line separating subtitles from text">
            <a:extLst>
              <a:ext uri="{FF2B5EF4-FFF2-40B4-BE49-F238E27FC236}">
                <a16:creationId xmlns:a16="http://schemas.microsoft.com/office/drawing/2014/main" id="{EC86C884-D766-9149-B40E-B86A943DE6D1}"/>
              </a:ext>
              <a:ext uri="{C183D7F6-B498-43B3-948B-1728B52AA6E4}">
                <adec:decorative xmlns:adec="http://schemas.microsoft.com/office/drawing/2017/decorative" val="1"/>
              </a:ext>
            </a:extLst>
          </p:cNvPr>
          <p:cNvCxnSpPr>
            <a:cxnSpLocks/>
          </p:cNvCxnSpPr>
          <p:nvPr userDrawn="1"/>
        </p:nvCxnSpPr>
        <p:spPr>
          <a:xfrm>
            <a:off x="702310" y="4665027"/>
            <a:ext cx="3574789" cy="0"/>
          </a:xfrm>
          <a:prstGeom prst="line">
            <a:avLst/>
          </a:prstGeom>
          <a:ln w="12700">
            <a:solidFill>
              <a:schemeClr val="accent2"/>
            </a:solidFill>
          </a:ln>
        </p:spPr>
        <p:style>
          <a:lnRef idx="1">
            <a:schemeClr val="accent1"/>
          </a:lnRef>
          <a:fillRef idx="0">
            <a:schemeClr val="accent1"/>
          </a:fillRef>
          <a:effectRef idx="0">
            <a:schemeClr val="accent1"/>
          </a:effectRef>
          <a:fontRef idx="minor">
            <a:schemeClr val="tx1"/>
          </a:fontRef>
        </p:style>
      </p:cxnSp>
      <p:sp>
        <p:nvSpPr>
          <p:cNvPr id="33" name="Text Placeholder"/>
          <p:cNvSpPr>
            <a:spLocks noGrp="1"/>
          </p:cNvSpPr>
          <p:nvPr userDrawn="1">
            <p:ph type="body" sz="quarter" idx="10"/>
          </p:nvPr>
        </p:nvSpPr>
        <p:spPr>
          <a:xfrm>
            <a:off x="567378" y="4770769"/>
            <a:ext cx="4443413" cy="576185"/>
          </a:xfrm>
          <a:prstGeom prst="rect">
            <a:avLst/>
          </a:prstGeom>
        </p:spPr>
        <p:txBody>
          <a:bodyPr/>
          <a:lstStyle>
            <a:lvl1pPr>
              <a:spcBef>
                <a:spcPts val="0"/>
              </a:spcBef>
              <a:defRPr sz="1600">
                <a:solidFill>
                  <a:schemeClr val="bg1"/>
                </a:solidFill>
              </a:defRPr>
            </a:lvl1pPr>
            <a:lvl2pPr>
              <a:defRPr sz="1400">
                <a:solidFill>
                  <a:schemeClr val="bg1"/>
                </a:solidFill>
              </a:defRPr>
            </a:lvl2pPr>
            <a:lvl3pPr>
              <a:defRPr sz="1400">
                <a:solidFill>
                  <a:schemeClr val="bg1"/>
                </a:solidFill>
              </a:defRPr>
            </a:lvl3pPr>
            <a:lvl4pPr>
              <a:defRPr sz="1400">
                <a:solidFill>
                  <a:schemeClr val="bg1"/>
                </a:solidFill>
              </a:defRPr>
            </a:lvl4pPr>
            <a:lvl5pPr>
              <a:defRPr sz="1400">
                <a:solidFill>
                  <a:schemeClr val="bg1"/>
                </a:solidFill>
              </a:defRPr>
            </a:lvl5pPr>
          </a:lstStyle>
          <a:p>
            <a:pPr lvl="0"/>
            <a:r>
              <a:rPr lang="en-US"/>
              <a:t>Edit Master text styles</a:t>
            </a:r>
          </a:p>
        </p:txBody>
      </p:sp>
      <p:sp>
        <p:nvSpPr>
          <p:cNvPr id="4" name="Long Copyright">
            <a:extLst>
              <a:ext uri="{FF2B5EF4-FFF2-40B4-BE49-F238E27FC236}">
                <a16:creationId xmlns:a16="http://schemas.microsoft.com/office/drawing/2014/main" id="{54514DA3-A928-4CD1-BFAE-B5DF399C4B36}"/>
              </a:ext>
            </a:extLst>
          </p:cNvPr>
          <p:cNvSpPr>
            <a:spLocks noGrp="1"/>
          </p:cNvSpPr>
          <p:nvPr userDrawn="1">
            <p:ph type="ftr" sz="quarter" idx="11"/>
          </p:nvPr>
        </p:nvSpPr>
        <p:spPr>
          <a:xfrm>
            <a:off x="0" y="6487064"/>
            <a:ext cx="9144000" cy="370935"/>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233895555"/>
      </p:ext>
    </p:extLst>
  </p:cSld>
  <p:clrMapOvr>
    <a:masterClrMapping/>
  </p:clrMapOvr>
  <p:extLst>
    <p:ext uri="{DCECCB84-F9BA-43D5-87BE-67443E8EF086}">
      <p15:sldGuideLst xmlns:p15="http://schemas.microsoft.com/office/powerpoint/2012/main">
        <p15:guide id="1" orient="horz" pos="1272">
          <p15:clr>
            <a:srgbClr val="FBAE40"/>
          </p15:clr>
        </p15:guide>
        <p15:guide id="2" orient="horz" pos="3960">
          <p15:clr>
            <a:srgbClr val="FBAE40"/>
          </p15:clr>
        </p15:guide>
        <p15:guide id="3" pos="120">
          <p15:clr>
            <a:srgbClr val="FBAE40"/>
          </p15:clr>
        </p15:guide>
        <p15:guide id="4" pos="5472">
          <p15:clr>
            <a:srgbClr val="FBAE40"/>
          </p15:clr>
        </p15:guide>
        <p15:guide id="5" orient="horz" pos="226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One Main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347" y="6324600"/>
            <a:ext cx="2405307"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745085821"/>
      </p:ext>
    </p:extLst>
  </p:cSld>
  <p:clrMapOvr>
    <a:masterClrMapping/>
  </p:clrMapOvr>
  <p:extLst>
    <p:ext uri="{DCECCB84-F9BA-43D5-87BE-67443E8EF086}">
      <p15:sldGuideLst xmlns:p15="http://schemas.microsoft.com/office/powerpoint/2012/main">
        <p15:guide id="1" pos="2880" userDrawn="1">
          <p15:clr>
            <a:srgbClr val="FBAE40"/>
          </p15:clr>
        </p15:guide>
        <p15:guide id="2" orient="horz" pos="360" userDrawn="1">
          <p15:clr>
            <a:srgbClr val="FBAE40"/>
          </p15:clr>
        </p15:guide>
        <p15:guide id="3" pos="264" userDrawn="1">
          <p15:clr>
            <a:srgbClr val="FBAE40"/>
          </p15:clr>
        </p15:guide>
        <p15:guide id="4" orient="horz" pos="2160" userDrawn="1">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Two Horizontal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4343400"/>
            <a:ext cx="8458200" cy="1905000"/>
          </a:xfrm>
        </p:spPr>
        <p:txBody>
          <a:bodyPr/>
          <a:lstStyle>
            <a:lvl1pPr>
              <a:defRPr/>
            </a:lvl1pPr>
            <a:lvl4pPr marL="455613" indent="0">
              <a:buNone/>
              <a:defRPr/>
            </a:lvl4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0" y="6684963"/>
            <a:ext cx="6972300" cy="173037"/>
          </a:xfrm>
        </p:spPr>
        <p:txBody>
          <a:bodyPr vert="horz" lIns="91440" tIns="45720" rIns="91440" bIns="45720" rtlCol="0" anchor="ctr">
            <a:noAutofit/>
          </a:bodyPr>
          <a:lstStyle>
            <a:lvl1pPr>
              <a:defRPr lang="en-US" sz="800" dirty="0">
                <a:solidFill>
                  <a:schemeClr val="tx1">
                    <a:lumMod val="65000"/>
                    <a:lumOff val="35000"/>
                  </a:schemeClr>
                </a:solidFill>
              </a:defRPr>
            </a:lvl1pPr>
          </a:lstStyle>
          <a:p>
            <a:pPr lvl="0" algn="r"/>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422933013"/>
      </p:ext>
    </p:extLst>
  </p:cSld>
  <p:clrMapOvr>
    <a:masterClrMapping/>
  </p:clrMapOvr>
  <p:extLst>
    <p:ext uri="{DCECCB84-F9BA-43D5-87BE-67443E8EF086}">
      <p15:sldGuideLst xmlns:p15="http://schemas.microsoft.com/office/powerpoint/2012/main">
        <p15:guide id="1" orient="horz" pos="2592" userDrawn="1">
          <p15:clr>
            <a:srgbClr val="FBAE40"/>
          </p15:clr>
        </p15:guide>
        <p15:guide id="2" orient="horz" pos="2736" userDrawn="1">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wo Compariso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40767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257300"/>
            <a:ext cx="4076700"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099" y="6684963"/>
            <a:ext cx="6972301"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78815702"/>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One Main One Secondary">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5791200" cy="49716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6418052" y="1257300"/>
            <a:ext cx="2383047" cy="49911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marL="0" marR="0" indent="0" algn="ctr" defTabSz="914400" rtl="0" eaLnBrk="1" fontAlgn="auto" latinLnBrk="0" hangingPunct="1">
              <a:lnSpc>
                <a:spcPct val="100000"/>
              </a:lnSpc>
              <a:spcBef>
                <a:spcPts val="0"/>
              </a:spcBef>
              <a:spcAft>
                <a:spcPts val="800"/>
              </a:spcAft>
              <a:buClrTx/>
              <a:buSzTx/>
              <a:buFont typeface="Arial" panose="020B0604020202020204" pitchFamily="34" charset="0"/>
              <a:buNone/>
              <a:tabLst/>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1446962700"/>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userDrawn="1">
          <p15:clr>
            <a:srgbClr val="FBAE40"/>
          </p15:clr>
        </p15:guide>
        <p15:guide id="5" pos="3864"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Three with Third as Accent">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09"/>
            <a:ext cx="8458200" cy="2838091"/>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1" y="4343400"/>
            <a:ext cx="5791200" cy="1905000"/>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22432755-BCF5-451F-968D-CFFD10D87BE2}"/>
              </a:ext>
            </a:extLst>
          </p:cNvPr>
          <p:cNvSpPr>
            <a:spLocks noGrp="1"/>
          </p:cNvSpPr>
          <p:nvPr>
            <p:ph sz="quarter" idx="15" hasCustomPrompt="1"/>
          </p:nvPr>
        </p:nvSpPr>
        <p:spPr>
          <a:xfrm>
            <a:off x="6400800" y="4343400"/>
            <a:ext cx="2400300" cy="19050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100005588"/>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4" pos="4032">
          <p15:clr>
            <a:srgbClr val="FBAE40"/>
          </p15:clr>
        </p15:guide>
        <p15:guide id="5" pos="3864">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Six Main Placehold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276710"/>
            <a:ext cx="8458200" cy="612476"/>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342900" y="2070496"/>
            <a:ext cx="8458200" cy="649138"/>
          </a:xfr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8" name="Content Placeholder 3">
            <a:extLst>
              <a:ext uri="{FF2B5EF4-FFF2-40B4-BE49-F238E27FC236}">
                <a16:creationId xmlns:a16="http://schemas.microsoft.com/office/drawing/2014/main" id="{3356A590-66B5-4770-8441-82DC031F56EA}"/>
              </a:ext>
            </a:extLst>
          </p:cNvPr>
          <p:cNvSpPr>
            <a:spLocks noGrp="1"/>
          </p:cNvSpPr>
          <p:nvPr>
            <p:ph sz="quarter" idx="15" hasCustomPrompt="1"/>
          </p:nvPr>
        </p:nvSpPr>
        <p:spPr>
          <a:xfrm>
            <a:off x="342900" y="2900944"/>
            <a:ext cx="8458200" cy="673100"/>
          </a:xfrm>
        </p:spPr>
        <p:txBody>
          <a:bodyPr/>
          <a:lstStyle>
            <a:lvl1pPr>
              <a:defRPr/>
            </a:lvl1pPr>
          </a:lstStyle>
          <a:p>
            <a:pPr lvl="0"/>
            <a:r>
              <a:rPr lang="en-US" dirty="0"/>
              <a:t>Slide Content 3</a:t>
            </a:r>
          </a:p>
          <a:p>
            <a:pPr lvl="1"/>
            <a:r>
              <a:rPr lang="en-US" dirty="0"/>
              <a:t>Second level</a:t>
            </a:r>
          </a:p>
          <a:p>
            <a:pPr lvl="2"/>
            <a:r>
              <a:rPr lang="en-US" dirty="0"/>
              <a:t>Third level</a:t>
            </a:r>
          </a:p>
        </p:txBody>
      </p:sp>
      <p:sp>
        <p:nvSpPr>
          <p:cNvPr id="11" name="Content Placeholder 4">
            <a:extLst>
              <a:ext uri="{FF2B5EF4-FFF2-40B4-BE49-F238E27FC236}">
                <a16:creationId xmlns:a16="http://schemas.microsoft.com/office/drawing/2014/main" id="{30BD29E5-BD7B-4CD0-9B09-8F8B24F89FBE}"/>
              </a:ext>
            </a:extLst>
          </p:cNvPr>
          <p:cNvSpPr>
            <a:spLocks noGrp="1"/>
          </p:cNvSpPr>
          <p:nvPr>
            <p:ph sz="quarter" idx="16" hasCustomPrompt="1"/>
          </p:nvPr>
        </p:nvSpPr>
        <p:spPr>
          <a:xfrm>
            <a:off x="342900" y="3755354"/>
            <a:ext cx="8458200" cy="698500"/>
          </a:xfrm>
        </p:spPr>
        <p:txBody>
          <a:bodyPr/>
          <a:lstStyle>
            <a:lvl1pPr>
              <a:defRPr/>
            </a:lvl1pPr>
          </a:lstStyle>
          <a:p>
            <a:pPr lvl="0"/>
            <a:r>
              <a:rPr lang="en-US" dirty="0"/>
              <a:t>Slide Content 4</a:t>
            </a:r>
          </a:p>
          <a:p>
            <a:pPr lvl="1"/>
            <a:r>
              <a:rPr lang="en-US" dirty="0"/>
              <a:t>Second level</a:t>
            </a:r>
          </a:p>
          <a:p>
            <a:pPr lvl="2"/>
            <a:r>
              <a:rPr lang="en-US" dirty="0"/>
              <a:t>Third level</a:t>
            </a:r>
          </a:p>
        </p:txBody>
      </p:sp>
      <p:sp>
        <p:nvSpPr>
          <p:cNvPr id="13" name="Content Placeholder 5">
            <a:extLst>
              <a:ext uri="{FF2B5EF4-FFF2-40B4-BE49-F238E27FC236}">
                <a16:creationId xmlns:a16="http://schemas.microsoft.com/office/drawing/2014/main" id="{E908CA92-5DB2-4DC0-937B-1B178AA91781}"/>
              </a:ext>
            </a:extLst>
          </p:cNvPr>
          <p:cNvSpPr>
            <a:spLocks noGrp="1"/>
          </p:cNvSpPr>
          <p:nvPr>
            <p:ph sz="quarter" idx="17" hasCustomPrompt="1"/>
          </p:nvPr>
        </p:nvSpPr>
        <p:spPr>
          <a:xfrm>
            <a:off x="342900" y="4635164"/>
            <a:ext cx="8458200" cy="698500"/>
          </a:xfrm>
        </p:spPr>
        <p:txBody>
          <a:bodyPr/>
          <a:lstStyle>
            <a:lvl1pPr>
              <a:defRPr/>
            </a:lvl1pPr>
          </a:lstStyle>
          <a:p>
            <a:pPr lvl="0"/>
            <a:r>
              <a:rPr lang="en-US" dirty="0"/>
              <a:t>Slide Content 5</a:t>
            </a:r>
          </a:p>
          <a:p>
            <a:pPr lvl="1"/>
            <a:r>
              <a:rPr lang="en-US" dirty="0"/>
              <a:t>Second level</a:t>
            </a:r>
          </a:p>
          <a:p>
            <a:pPr lvl="2"/>
            <a:r>
              <a:rPr lang="en-US" dirty="0"/>
              <a:t>Third level</a:t>
            </a:r>
          </a:p>
        </p:txBody>
      </p:sp>
      <p:sp>
        <p:nvSpPr>
          <p:cNvPr id="15" name="Content Placeholder 6">
            <a:extLst>
              <a:ext uri="{FF2B5EF4-FFF2-40B4-BE49-F238E27FC236}">
                <a16:creationId xmlns:a16="http://schemas.microsoft.com/office/drawing/2014/main" id="{8B728CCD-2639-461B-9841-57505AC13467}"/>
              </a:ext>
            </a:extLst>
          </p:cNvPr>
          <p:cNvSpPr>
            <a:spLocks noGrp="1"/>
          </p:cNvSpPr>
          <p:nvPr>
            <p:ph sz="quarter" idx="18" hasCustomPrompt="1"/>
          </p:nvPr>
        </p:nvSpPr>
        <p:spPr>
          <a:xfrm>
            <a:off x="342900" y="5514975"/>
            <a:ext cx="8458200" cy="733425"/>
          </a:xfrm>
        </p:spPr>
        <p:txBody>
          <a:bodyPr/>
          <a:lstStyle>
            <a:lvl1pPr>
              <a:defRPr/>
            </a:lvl1pPr>
          </a:lstStyle>
          <a:p>
            <a:pPr lvl="0"/>
            <a:r>
              <a:rPr lang="en-US" dirty="0"/>
              <a:t>Slide Content 6</a:t>
            </a:r>
          </a:p>
          <a:p>
            <a:pPr lvl="1"/>
            <a:r>
              <a:rPr lang="en-US" dirty="0"/>
              <a:t>Second level</a:t>
            </a:r>
          </a:p>
          <a:p>
            <a:pPr lvl="2"/>
            <a:r>
              <a:rPr lang="en-US" dirty="0"/>
              <a:t>Third level</a:t>
            </a:r>
          </a:p>
        </p:txBody>
      </p:sp>
      <p:sp>
        <p:nvSpPr>
          <p:cNvPr id="7" name="Appendix Link">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369564" y="6324600"/>
            <a:ext cx="2404872" cy="190500"/>
          </a:xfrm>
        </p:spPr>
        <p:txBody>
          <a:bodyPr anchor="b">
            <a:noAutofit/>
          </a:bodyPr>
          <a:lstStyle>
            <a:lvl1pPr algn="ctr">
              <a:defRPr sz="900"/>
            </a:lvl1pPr>
          </a:lstStyle>
          <a:p>
            <a:pPr lvl="0"/>
            <a:r>
              <a:rPr lang="en-US" dirty="0"/>
              <a:t>Add text alternative link, if needed.</a:t>
            </a:r>
          </a:p>
        </p:txBody>
      </p:sp>
      <p:sp>
        <p:nvSpPr>
          <p:cNvPr id="9" name="Image Credit">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1562101" y="6684963"/>
            <a:ext cx="6972299" cy="173037"/>
          </a:xfrm>
        </p:spPr>
        <p:txBody>
          <a:bodyPr anchor="ctr">
            <a:noAutofit/>
          </a:bodyPr>
          <a:lstStyle>
            <a:lvl1pPr algn="r">
              <a:defRPr sz="800">
                <a:solidFill>
                  <a:schemeClr val="tx1">
                    <a:lumMod val="65000"/>
                    <a:lumOff val="35000"/>
                  </a:schemeClr>
                </a:solidFill>
              </a:defRPr>
            </a:lvl1pPr>
            <a:lvl2pPr algn="r">
              <a:defRPr sz="900"/>
            </a:lvl2pPr>
            <a:lvl3pPr algn="r">
              <a:defRPr sz="900"/>
            </a:lvl3pPr>
            <a:lvl4pPr algn="r">
              <a:defRPr sz="900"/>
            </a:lvl4pPr>
            <a:lvl5pPr algn="r">
              <a:defRPr sz="900"/>
            </a:lvl5pPr>
          </a:lstStyle>
          <a:p>
            <a:pPr lvl="0"/>
            <a:r>
              <a:rPr lang="en-US" dirty="0"/>
              <a:t>Insert Image Credit Here</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407061431"/>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ClosingSlide">
    <p:spTree>
      <p:nvGrpSpPr>
        <p:cNvPr id="1" name=""/>
        <p:cNvGrpSpPr/>
        <p:nvPr/>
      </p:nvGrpSpPr>
      <p:grpSpPr>
        <a:xfrm>
          <a:off x="0" y="0"/>
          <a:ext cx="0" cy="0"/>
          <a:chOff x="0" y="0"/>
          <a:chExt cx="0" cy="0"/>
        </a:xfrm>
      </p:grpSpPr>
      <p:sp>
        <p:nvSpPr>
          <p:cNvPr id="2" name="Hidden Slide Title">
            <a:extLst>
              <a:ext uri="{FF2B5EF4-FFF2-40B4-BE49-F238E27FC236}">
                <a16:creationId xmlns:a16="http://schemas.microsoft.com/office/drawing/2014/main" id="{D3229D0C-04EF-482F-B26C-8D49CD33DBE3}"/>
              </a:ext>
            </a:extLst>
          </p:cNvPr>
          <p:cNvSpPr>
            <a:spLocks noGrp="1"/>
          </p:cNvSpPr>
          <p:nvPr>
            <p:ph type="title" hasCustomPrompt="1"/>
          </p:nvPr>
        </p:nvSpPr>
        <p:spPr>
          <a:xfrm>
            <a:off x="3425949" y="418391"/>
            <a:ext cx="2292103" cy="291823"/>
          </a:xfrm>
          <a:prstGeom prst="rect">
            <a:avLst/>
          </a:prstGeom>
        </p:spPr>
        <p:txBody>
          <a:bodyPr/>
          <a:lstStyle>
            <a:lvl1pPr>
              <a:defRPr>
                <a:solidFill>
                  <a:schemeClr val="tx1"/>
                </a:solidFill>
              </a:defRPr>
            </a:lvl1pPr>
          </a:lstStyle>
          <a:p>
            <a:r>
              <a:rPr lang="en-US" dirty="0"/>
              <a:t>Add hidden title here </a:t>
            </a:r>
          </a:p>
        </p:txBody>
      </p:sp>
      <p:pic>
        <p:nvPicPr>
          <p:cNvPr id="6" name="MGH Logo" descr="McGraw-Hill Education Logo">
            <a:extLst>
              <a:ext uri="{FF2B5EF4-FFF2-40B4-BE49-F238E27FC236}">
                <a16:creationId xmlns:a16="http://schemas.microsoft.com/office/drawing/2014/main" id="{60DCFDF5-2A5B-440E-888A-BC0BFEF9FF5F}"/>
              </a:ext>
            </a:extLst>
          </p:cNvPr>
          <p:cNvPicPr>
            <a:picLocks noChangeAspect="1"/>
          </p:cNvPicPr>
          <p:nvPr userDrawn="1"/>
        </p:nvPicPr>
        <p:blipFill>
          <a:blip r:embed="rId2" cstate="print">
            <a:extLst>
              <a:ext uri="{28A0092B-C50C-407E-A947-70E740481C1C}">
                <a14:useLocalDpi xmlns:a14="http://schemas.microsoft.com/office/drawing/2010/main"/>
              </a:ext>
            </a:extLst>
          </a:blip>
          <a:stretch>
            <a:fillRect/>
          </a:stretch>
        </p:blipFill>
        <p:spPr>
          <a:xfrm>
            <a:off x="3350211" y="1005697"/>
            <a:ext cx="2443579" cy="2443579"/>
          </a:xfrm>
          <a:prstGeom prst="rect">
            <a:avLst/>
          </a:prstGeom>
        </p:spPr>
      </p:pic>
      <p:sp>
        <p:nvSpPr>
          <p:cNvPr id="3" name="Long Copyright">
            <a:extLst>
              <a:ext uri="{FF2B5EF4-FFF2-40B4-BE49-F238E27FC236}">
                <a16:creationId xmlns:a16="http://schemas.microsoft.com/office/drawing/2014/main" id="{9AB572CE-E262-4FA6-8D47-02F068ADD1BE}"/>
              </a:ext>
            </a:extLst>
          </p:cNvPr>
          <p:cNvSpPr>
            <a:spLocks noGrp="1"/>
          </p:cNvSpPr>
          <p:nvPr>
            <p:ph type="ftr" sz="quarter" idx="10"/>
          </p:nvPr>
        </p:nvSpPr>
        <p:spPr>
          <a:xfrm>
            <a:off x="0" y="6487064"/>
            <a:ext cx="9144000" cy="370936"/>
          </a:xfrm>
        </p:spPr>
        <p:txBody>
          <a:bodyPr/>
          <a:lstStyle>
            <a:lvl1pPr algn="ctr">
              <a:defRPr/>
            </a:lvl1pPr>
          </a:lstStyle>
          <a:p>
            <a:pPr defTabSz="457200">
              <a:spcBef>
                <a:spcPct val="20000"/>
              </a:spcBef>
              <a:defRPr/>
            </a:pPr>
            <a:r>
              <a:rPr lang="en-US" dirty="0"/>
              <a:t>© &lt; add the year&gt; McGraw-Hill Education. All rights reserved. Authorized only for instructor use in the classroom.</a:t>
            </a:r>
          </a:p>
          <a:p>
            <a:pPr defTabSz="457200">
              <a:spcBef>
                <a:spcPct val="20000"/>
              </a:spcBef>
              <a:defRPr/>
            </a:pPr>
            <a:r>
              <a:rPr lang="en-US" dirty="0"/>
              <a:t>No reproduction or further distribution permitted without the prior written consent of McGraw-Hill Education.</a:t>
            </a:r>
          </a:p>
        </p:txBody>
      </p:sp>
      <p:sp>
        <p:nvSpPr>
          <p:cNvPr id="9" name="MGH Tagline">
            <a:extLst>
              <a:ext uri="{FF2B5EF4-FFF2-40B4-BE49-F238E27FC236}">
                <a16:creationId xmlns:a16="http://schemas.microsoft.com/office/drawing/2014/main" id="{F040BF5C-A78D-440C-93DF-72F3F641F3F1}"/>
              </a:ext>
            </a:extLst>
          </p:cNvPr>
          <p:cNvSpPr txBox="1"/>
          <p:nvPr userDrawn="1"/>
        </p:nvSpPr>
        <p:spPr>
          <a:xfrm>
            <a:off x="1730746" y="3796682"/>
            <a:ext cx="5682508" cy="469077"/>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2400" b="0" i="0" u="none" strike="noStrike" kern="1200" cap="none" spc="40" normalizeH="0" baseline="0" noProof="0" dirty="0">
                <a:ln>
                  <a:noFill/>
                </a:ln>
                <a:solidFill>
                  <a:srgbClr val="000000"/>
                </a:solidFill>
                <a:effectLst/>
                <a:uLnTx/>
                <a:uFillTx/>
                <a:latin typeface="Arial" panose="020B0604020202020204" pitchFamily="34" charset="0"/>
                <a:ea typeface="Calibri" panose="020F0502020204030204" pitchFamily="34" charset="0"/>
                <a:cs typeface="+mn-cs"/>
              </a:rPr>
              <a:t>Because learning changes everything.</a:t>
            </a:r>
            <a:r>
              <a:rPr kumimoji="0" lang="en-US" sz="1400" b="0" i="0" u="none" strike="noStrike" kern="1200" cap="none" spc="40" normalizeH="0" baseline="60000" noProof="0" dirty="0">
                <a:ln>
                  <a:noFill/>
                </a:ln>
                <a:solidFill>
                  <a:srgbClr val="000000"/>
                </a:solidFill>
                <a:effectLst/>
                <a:uLnTx/>
                <a:uFillTx/>
                <a:latin typeface="Arial" panose="020B0604020202020204" pitchFamily="34" charset="0"/>
                <a:ea typeface="Calibri" panose="020F0502020204030204" pitchFamily="34" charset="0"/>
                <a:cs typeface="+mn-cs"/>
              </a:rPr>
              <a:t>®</a:t>
            </a:r>
            <a:endParaRPr kumimoji="0" lang="en-US" sz="2400" b="0" i="0" u="none" strike="noStrike" kern="1200" cap="none" spc="40" normalizeH="0" baseline="60000" noProof="0" dirty="0">
              <a:ln>
                <a:noFill/>
              </a:ln>
              <a:solidFill>
                <a:srgbClr val="000000"/>
              </a:solidFill>
              <a:effectLst/>
              <a:uLnTx/>
              <a:uFillTx/>
              <a:latin typeface="+mn-lt"/>
              <a:ea typeface="+mn-ea"/>
              <a:cs typeface="+mn-cs"/>
            </a:endParaRPr>
          </a:p>
        </p:txBody>
      </p:sp>
      <p:sp>
        <p:nvSpPr>
          <p:cNvPr id="10" name="MGH URL">
            <a:extLst>
              <a:ext uri="{FF2B5EF4-FFF2-40B4-BE49-F238E27FC236}">
                <a16:creationId xmlns:a16="http://schemas.microsoft.com/office/drawing/2014/main" id="{2215B5DD-E18E-478F-81B9-79BA83A9A251}"/>
              </a:ext>
            </a:extLst>
          </p:cNvPr>
          <p:cNvSpPr txBox="1"/>
          <p:nvPr userDrawn="1"/>
        </p:nvSpPr>
        <p:spPr>
          <a:xfrm>
            <a:off x="3269085" y="5329121"/>
            <a:ext cx="2605831" cy="338554"/>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600" b="0" i="0" u="none" strike="noStrike" kern="1200" cap="none" spc="0" normalizeH="0" baseline="0" noProof="0" dirty="0">
                <a:ln>
                  <a:noFill/>
                </a:ln>
                <a:solidFill>
                  <a:srgbClr val="000000"/>
                </a:solidFill>
                <a:effectLst/>
                <a:uLnTx/>
                <a:uFillTx/>
                <a:latin typeface="+mn-lt"/>
                <a:ea typeface="+mn-ea"/>
                <a:cs typeface="+mn-cs"/>
              </a:rPr>
              <a:t>www.mheducation.com</a:t>
            </a:r>
            <a:endParaRPr kumimoji="0" lang="en-US" sz="2000" b="0" i="0" u="none" strike="noStrike" kern="1200" cap="none" spc="0" normalizeH="0" baseline="0" noProof="0" dirty="0">
              <a:ln>
                <a:noFill/>
              </a:ln>
              <a:solidFill>
                <a:srgbClr val="000000"/>
              </a:solidFill>
              <a:effectLst/>
              <a:uLnTx/>
              <a:uFillTx/>
              <a:latin typeface="+mn-lt"/>
              <a:ea typeface="+mn-ea"/>
              <a:cs typeface="+mn-cs"/>
            </a:endParaRPr>
          </a:p>
        </p:txBody>
      </p:sp>
    </p:spTree>
    <p:extLst>
      <p:ext uri="{BB962C8B-B14F-4D97-AF65-F5344CB8AC3E}">
        <p14:creationId xmlns:p14="http://schemas.microsoft.com/office/powerpoint/2010/main" val="74436681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Appendix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6CA9270-FD0E-4B64-B0D8-24095E6A2959}"/>
              </a:ext>
            </a:extLst>
          </p:cNvPr>
          <p:cNvSpPr>
            <a:spLocks noGrp="1"/>
          </p:cNvSpPr>
          <p:nvPr>
            <p:ph type="title" hasCustomPrompt="1"/>
          </p:nvPr>
        </p:nvSpPr>
        <p:spPr>
          <a:xfrm>
            <a:off x="342899" y="2366309"/>
            <a:ext cx="7696919" cy="526936"/>
          </a:xfrm>
          <a:prstGeom prst="rect">
            <a:avLst/>
          </a:prstGeom>
        </p:spPr>
        <p:txBody>
          <a:bodyPr anchor="ctr"/>
          <a:lstStyle>
            <a:lvl1pPr>
              <a:defRPr/>
            </a:lvl1pPr>
          </a:lstStyle>
          <a:p>
            <a:r>
              <a:rPr lang="en-US" dirty="0"/>
              <a:t>Accessibility Content: Text Alternatives for Images</a:t>
            </a:r>
          </a:p>
        </p:txBody>
      </p:sp>
      <p:sp>
        <p:nvSpPr>
          <p:cNvPr id="3" name="Slide Number Placeholder">
            <a:extLst>
              <a:ext uri="{FF2B5EF4-FFF2-40B4-BE49-F238E27FC236}">
                <a16:creationId xmlns:a16="http://schemas.microsoft.com/office/drawing/2014/main" id="{0B6E1DCB-9B8A-423D-B48B-2CCDE624B45C}"/>
              </a:ext>
            </a:extLst>
          </p:cNvPr>
          <p:cNvSpPr>
            <a:spLocks noGrp="1"/>
          </p:cNvSpPr>
          <p:nvPr>
            <p:ph type="sldNum" sz="quarter" idx="10"/>
          </p:nvPr>
        </p:nvSpPr>
        <p:spPr>
          <a:xfrm>
            <a:off x="8637202" y="6682314"/>
            <a:ext cx="342900" cy="143831"/>
          </a:xfr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369257103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sc. Divi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C0136BE0-3F2D-44D5-B125-B7A30D2C8896}"/>
              </a:ext>
            </a:extLst>
          </p:cNvPr>
          <p:cNvSpPr>
            <a:spLocks noGrp="1"/>
          </p:cNvSpPr>
          <p:nvPr>
            <p:ph type="title"/>
          </p:nvPr>
        </p:nvSpPr>
        <p:spPr>
          <a:xfrm>
            <a:off x="339450" y="117244"/>
            <a:ext cx="6065851" cy="730970"/>
          </a:xfrm>
          <a:prstGeom prst="rect">
            <a:avLst/>
          </a:prstGeom>
        </p:spPr>
        <p:txBody>
          <a:bodyPr/>
          <a:lstStyle/>
          <a:p>
            <a:r>
              <a:rPr lang="en-US" dirty="0"/>
              <a:t>Click to edit Master title style</a:t>
            </a:r>
          </a:p>
        </p:txBody>
      </p:sp>
      <p:sp>
        <p:nvSpPr>
          <p:cNvPr id="3" name="Slide Number Placeholder">
            <a:extLst>
              <a:ext uri="{FF2B5EF4-FFF2-40B4-BE49-F238E27FC236}">
                <a16:creationId xmlns:a16="http://schemas.microsoft.com/office/drawing/2014/main" id="{FA117DCA-6A6D-48B9-9002-DA1E4814BF99}"/>
              </a:ext>
            </a:extLst>
          </p:cNvPr>
          <p:cNvSpPr>
            <a:spLocks noGrp="1"/>
          </p:cNvSpPr>
          <p:nvPr>
            <p:ph type="sldNum" sz="quarter" idx="10"/>
          </p:nvPr>
        </p:nvSpPr>
        <p:spPr/>
        <p:txBody>
          <a:bodyPr/>
          <a:lstStyle/>
          <a:p>
            <a:fld id="{68151E55-6873-49E2-B8D5-2F265E6F1973}" type="slidenum">
              <a:rPr lang="en-US" smtClean="0"/>
              <a:pPr/>
              <a:t>‹#›</a:t>
            </a:fld>
            <a:endParaRPr lang="en-US" dirty="0"/>
          </a:p>
        </p:txBody>
      </p:sp>
      <p:sp>
        <p:nvSpPr>
          <p:cNvPr id="5" name="Content Placeholder">
            <a:extLst>
              <a:ext uri="{FF2B5EF4-FFF2-40B4-BE49-F238E27FC236}">
                <a16:creationId xmlns:a16="http://schemas.microsoft.com/office/drawing/2014/main" id="{DA8444E8-1445-4AB7-85DD-90449330C005}"/>
              </a:ext>
            </a:extLst>
          </p:cNvPr>
          <p:cNvSpPr>
            <a:spLocks noGrp="1"/>
          </p:cNvSpPr>
          <p:nvPr>
            <p:ph sz="quarter" idx="11" hasCustomPrompt="1"/>
          </p:nvPr>
        </p:nvSpPr>
        <p:spPr>
          <a:xfrm>
            <a:off x="342900" y="1973249"/>
            <a:ext cx="6477000" cy="4343400"/>
          </a:xfrm>
        </p:spPr>
        <p:txBody>
          <a:bodyPr/>
          <a:lstStyle>
            <a:lvl1pPr>
              <a:defRPr/>
            </a:lvl1pPr>
            <a:lvl2pPr marL="344488" indent="-342900">
              <a:buFont typeface="Arial" panose="020B0604020202020204" pitchFamily="34" charset="0"/>
              <a:buChar char="•"/>
              <a:defRPr/>
            </a:lvl2pPr>
            <a:lvl3pPr>
              <a:defRPr/>
            </a:lvl3pPr>
            <a:lvl4pPr>
              <a:defRPr/>
            </a:lvl4pPr>
          </a:lstStyle>
          <a:p>
            <a:pPr lvl="0"/>
            <a:r>
              <a:rPr lang="en-US" dirty="0"/>
              <a:t>Slide Content</a:t>
            </a:r>
          </a:p>
          <a:p>
            <a:pPr lvl="2"/>
            <a:r>
              <a:rPr lang="en-US" dirty="0"/>
              <a:t>Second level</a:t>
            </a:r>
          </a:p>
          <a:p>
            <a:pPr lvl="3"/>
            <a:r>
              <a:rPr lang="en-US" dirty="0"/>
              <a:t>Third level</a:t>
            </a:r>
          </a:p>
        </p:txBody>
      </p:sp>
    </p:spTree>
    <p:extLst>
      <p:ext uri="{BB962C8B-B14F-4D97-AF65-F5344CB8AC3E}">
        <p14:creationId xmlns:p14="http://schemas.microsoft.com/office/powerpoint/2010/main" val="44541601"/>
      </p:ext>
    </p:extLst>
  </p:cSld>
  <p:clrMapOvr>
    <a:masterClrMapping/>
  </p:clrMapOvr>
  <p:extLst>
    <p:ext uri="{DCECCB84-F9BA-43D5-87BE-67443E8EF086}">
      <p15:sldGuideLst xmlns:p15="http://schemas.microsoft.com/office/powerpoint/2012/main"/>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Appendix-One Placeholder">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6" name="Return to main slide Link 1">
            <a:extLst>
              <a:ext uri="{FF2B5EF4-FFF2-40B4-BE49-F238E27FC236}">
                <a16:creationId xmlns:a16="http://schemas.microsoft.com/office/drawing/2014/main" id="{F538FEEA-434F-404A-8A40-5F717D6CB596}"/>
              </a:ext>
            </a:extLst>
          </p:cNvPr>
          <p:cNvSpPr>
            <a:spLocks noGrp="1"/>
          </p:cNvSpPr>
          <p:nvPr>
            <p:ph type="body" sz="quarter" idx="14" hasCustomPrompt="1"/>
          </p:nvPr>
        </p:nvSpPr>
        <p:spPr>
          <a:xfrm>
            <a:off x="3081587" y="1068234"/>
            <a:ext cx="2980826" cy="225425"/>
          </a:xfrm>
        </p:spPr>
        <p:txBody>
          <a:bodyPr anchor="ctr">
            <a:noAutofit/>
          </a:bodyPr>
          <a:lstStyle>
            <a:lvl1pPr algn="ctr">
              <a:defRPr sz="1200"/>
            </a:lvl1pPr>
          </a:lstStyle>
          <a:p>
            <a:pPr lvl="0"/>
            <a:r>
              <a:rPr lang="en-US" dirty="0"/>
              <a:t>Return to parent-slide containing images.</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371601"/>
            <a:ext cx="8458200" cy="4876800"/>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0" name="Return to main slide Link 2">
            <a:extLst>
              <a:ext uri="{FF2B5EF4-FFF2-40B4-BE49-F238E27FC236}">
                <a16:creationId xmlns:a16="http://schemas.microsoft.com/office/drawing/2014/main" id="{D8AF3780-479B-4486-8AEE-B0E29BE2F870}"/>
              </a:ext>
            </a:extLst>
          </p:cNvPr>
          <p:cNvSpPr>
            <a:spLocks noGrp="1"/>
          </p:cNvSpPr>
          <p:nvPr>
            <p:ph type="body" sz="quarter" idx="15" hasCustomPrompt="1"/>
          </p:nvPr>
        </p:nvSpPr>
        <p:spPr>
          <a:xfrm>
            <a:off x="3092111" y="6350211"/>
            <a:ext cx="2959779" cy="228600"/>
          </a:xfr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842702864"/>
      </p:ext>
    </p:extLst>
  </p:cSld>
  <p:clrMapOvr>
    <a:masterClrMapping/>
  </p:clrMapOvr>
  <p:extLst>
    <p:ext uri="{DCECCB84-F9BA-43D5-87BE-67443E8EF086}">
      <p15:sldGuideLst xmlns:p15="http://schemas.microsoft.com/office/powerpoint/2012/main">
        <p15:guide id="1" pos="2880">
          <p15:clr>
            <a:srgbClr val="FBAE40"/>
          </p15:clr>
        </p15:guide>
        <p15:guide id="2" orient="horz" pos="360">
          <p15:clr>
            <a:srgbClr val="FBAE40"/>
          </p15:clr>
        </p15:guide>
        <p15:guide id="3" pos="264">
          <p15:clr>
            <a:srgbClr val="FBAE40"/>
          </p15:clr>
        </p15:guide>
        <p15:guide id="4" orient="horz" pos="2160">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Appendix-Two Comparison Placeholders With Identifiers">
    <p:spTree>
      <p:nvGrpSpPr>
        <p:cNvPr id="1" name=""/>
        <p:cNvGrpSpPr/>
        <p:nvPr/>
      </p:nvGrpSpPr>
      <p:grpSpPr>
        <a:xfrm>
          <a:off x="0" y="0"/>
          <a:ext cx="0" cy="0"/>
          <a:chOff x="0" y="0"/>
          <a:chExt cx="0" cy="0"/>
        </a:xfrm>
      </p:grpSpPr>
      <p:sp>
        <p:nvSpPr>
          <p:cNvPr id="2" name="Slide Title">
            <a:extLst>
              <a:ext uri="{FF2B5EF4-FFF2-40B4-BE49-F238E27FC236}">
                <a16:creationId xmlns:a16="http://schemas.microsoft.com/office/drawing/2014/main" id="{A4407840-F6A4-4638-BB2F-9FBAA1A81461}"/>
              </a:ext>
            </a:extLst>
          </p:cNvPr>
          <p:cNvSpPr>
            <a:spLocks noGrp="1"/>
          </p:cNvSpPr>
          <p:nvPr>
            <p:ph type="title" hasCustomPrompt="1"/>
          </p:nvPr>
        </p:nvSpPr>
        <p:spPr>
          <a:xfrm>
            <a:off x="342900" y="304800"/>
            <a:ext cx="8458200" cy="678611"/>
          </a:xfrm>
          <a:prstGeom prst="rect">
            <a:avLst/>
          </a:prstGeom>
        </p:spPr>
        <p:txBody>
          <a:bodyPr anchor="ctr"/>
          <a:lstStyle>
            <a:lvl1pPr>
              <a:defRPr sz="2400"/>
            </a:lvl1pPr>
          </a:lstStyle>
          <a:p>
            <a:r>
              <a:rPr lang="en-US" dirty="0"/>
              <a:t>Slide Title</a:t>
            </a:r>
            <a:br>
              <a:rPr lang="en-US" dirty="0"/>
            </a:br>
            <a:endParaRPr lang="en-US" dirty="0"/>
          </a:p>
        </p:txBody>
      </p:sp>
      <p:sp>
        <p:nvSpPr>
          <p:cNvPr id="9" name="Return to main slide Link 1">
            <a:extLst>
              <a:ext uri="{FF2B5EF4-FFF2-40B4-BE49-F238E27FC236}">
                <a16:creationId xmlns:a16="http://schemas.microsoft.com/office/drawing/2014/main" id="{29651301-3A88-4CBC-9B7F-A569599DC51F}"/>
              </a:ext>
            </a:extLst>
          </p:cNvPr>
          <p:cNvSpPr>
            <a:spLocks noGrp="1"/>
          </p:cNvSpPr>
          <p:nvPr>
            <p:ph type="body" sz="quarter" idx="13" hasCustomPrompt="1"/>
          </p:nvPr>
        </p:nvSpPr>
        <p:spPr>
          <a:xfrm>
            <a:off x="3081528" y="1059828"/>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8" name="Image Identifier 1">
            <a:extLst>
              <a:ext uri="{FF2B5EF4-FFF2-40B4-BE49-F238E27FC236}">
                <a16:creationId xmlns:a16="http://schemas.microsoft.com/office/drawing/2014/main" id="{C828D23C-A7ED-420E-B199-2D8CCF24D6BE}"/>
              </a:ext>
            </a:extLst>
          </p:cNvPr>
          <p:cNvSpPr>
            <a:spLocks noGrp="1"/>
          </p:cNvSpPr>
          <p:nvPr>
            <p:ph type="body" sz="quarter" idx="15" hasCustomPrompt="1"/>
          </p:nvPr>
        </p:nvSpPr>
        <p:spPr>
          <a:xfrm>
            <a:off x="365125" y="1410562"/>
            <a:ext cx="4076700" cy="392112"/>
          </a:xfrm>
        </p:spPr>
        <p:txBody>
          <a:bodyPr/>
          <a:lstStyle>
            <a:lvl1pPr>
              <a:defRPr/>
            </a:lvl1pPr>
          </a:lstStyle>
          <a:p>
            <a:pPr lvl="0"/>
            <a:r>
              <a:rPr lang="en-US" dirty="0"/>
              <a:t>Image Identifier 1</a:t>
            </a:r>
          </a:p>
        </p:txBody>
      </p:sp>
      <p:sp>
        <p:nvSpPr>
          <p:cNvPr id="5" name="Content Placeholder 1">
            <a:extLst>
              <a:ext uri="{FF2B5EF4-FFF2-40B4-BE49-F238E27FC236}">
                <a16:creationId xmlns:a16="http://schemas.microsoft.com/office/drawing/2014/main" id="{D13536C2-DC17-4031-9948-17E37EF99112}"/>
              </a:ext>
            </a:extLst>
          </p:cNvPr>
          <p:cNvSpPr>
            <a:spLocks noGrp="1"/>
          </p:cNvSpPr>
          <p:nvPr>
            <p:ph sz="quarter" idx="11" hasCustomPrompt="1"/>
          </p:nvPr>
        </p:nvSpPr>
        <p:spPr>
          <a:xfrm>
            <a:off x="342900" y="1933303"/>
            <a:ext cx="4076700" cy="4315097"/>
          </a:xfrm>
          <a:prstGeom prst="rect">
            <a:avLst/>
          </a:prstGeom>
        </p:spPr>
        <p:txBody>
          <a:bodyPr/>
          <a:lstStyle>
            <a:lvl1pPr>
              <a:defRPr/>
            </a:lvl1pPr>
          </a:lstStyle>
          <a:p>
            <a:pPr lvl="0"/>
            <a:r>
              <a:rPr lang="en-US" dirty="0"/>
              <a:t>Slide Content</a:t>
            </a:r>
          </a:p>
          <a:p>
            <a:pPr lvl="1"/>
            <a:r>
              <a:rPr lang="en-US" dirty="0"/>
              <a:t>Second level</a:t>
            </a:r>
          </a:p>
          <a:p>
            <a:pPr lvl="2"/>
            <a:r>
              <a:rPr lang="en-US" dirty="0"/>
              <a:t>Third level</a:t>
            </a:r>
          </a:p>
        </p:txBody>
      </p:sp>
      <p:sp>
        <p:nvSpPr>
          <p:cNvPr id="11" name="Image Identifier 2">
            <a:extLst>
              <a:ext uri="{FF2B5EF4-FFF2-40B4-BE49-F238E27FC236}">
                <a16:creationId xmlns:a16="http://schemas.microsoft.com/office/drawing/2014/main" id="{7DBCEA22-E8D2-4B8A-B55C-3FFA6FAB317C}"/>
              </a:ext>
            </a:extLst>
          </p:cNvPr>
          <p:cNvSpPr>
            <a:spLocks noGrp="1"/>
          </p:cNvSpPr>
          <p:nvPr>
            <p:ph type="body" sz="quarter" idx="16" hasCustomPrompt="1"/>
          </p:nvPr>
        </p:nvSpPr>
        <p:spPr>
          <a:xfrm>
            <a:off x="4715145" y="1410562"/>
            <a:ext cx="4078224" cy="393192"/>
          </a:xfrm>
        </p:spPr>
        <p:txBody>
          <a:bodyPr/>
          <a:lstStyle>
            <a:lvl1pPr>
              <a:defRPr/>
            </a:lvl1pPr>
          </a:lstStyle>
          <a:p>
            <a:pPr lvl="0"/>
            <a:r>
              <a:rPr lang="en-US" dirty="0"/>
              <a:t>Image Identifier 2</a:t>
            </a:r>
          </a:p>
        </p:txBody>
      </p:sp>
      <p:sp>
        <p:nvSpPr>
          <p:cNvPr id="6" name="Content Placeholder 2">
            <a:extLst>
              <a:ext uri="{FF2B5EF4-FFF2-40B4-BE49-F238E27FC236}">
                <a16:creationId xmlns:a16="http://schemas.microsoft.com/office/drawing/2014/main" id="{0B2D170F-7AF9-40BB-A11B-08474DF5C3AA}"/>
              </a:ext>
            </a:extLst>
          </p:cNvPr>
          <p:cNvSpPr>
            <a:spLocks noGrp="1"/>
          </p:cNvSpPr>
          <p:nvPr>
            <p:ph sz="quarter" idx="14" hasCustomPrompt="1"/>
          </p:nvPr>
        </p:nvSpPr>
        <p:spPr>
          <a:xfrm>
            <a:off x="4724400" y="1933303"/>
            <a:ext cx="4076700" cy="4315097"/>
          </a:xfrm>
          <a:prstGeom prst="rect">
            <a:avLst/>
          </a:prstGeom>
        </p:spPr>
        <p:txBody>
          <a:bodyPr/>
          <a:lstStyle>
            <a:lvl1pPr>
              <a:defRPr/>
            </a:lvl1pPr>
          </a:lstStyle>
          <a:p>
            <a:pPr lvl="0"/>
            <a:r>
              <a:rPr lang="en-US" dirty="0"/>
              <a:t>Slide Content 2</a:t>
            </a:r>
          </a:p>
          <a:p>
            <a:pPr lvl="1"/>
            <a:r>
              <a:rPr lang="en-US" dirty="0"/>
              <a:t>Second level</a:t>
            </a:r>
          </a:p>
          <a:p>
            <a:pPr lvl="2"/>
            <a:r>
              <a:rPr lang="en-US" dirty="0"/>
              <a:t>Third level</a:t>
            </a:r>
          </a:p>
        </p:txBody>
      </p:sp>
      <p:sp>
        <p:nvSpPr>
          <p:cNvPr id="7" name="Return to main slide Link 2">
            <a:extLst>
              <a:ext uri="{FF2B5EF4-FFF2-40B4-BE49-F238E27FC236}">
                <a16:creationId xmlns:a16="http://schemas.microsoft.com/office/drawing/2014/main" id="{24E3FC7A-8095-4466-BF43-4B6D04A5D884}"/>
              </a:ext>
            </a:extLst>
          </p:cNvPr>
          <p:cNvSpPr>
            <a:spLocks noGrp="1"/>
          </p:cNvSpPr>
          <p:nvPr>
            <p:ph type="body" sz="quarter" idx="12" hasCustomPrompt="1"/>
          </p:nvPr>
        </p:nvSpPr>
        <p:spPr>
          <a:xfrm>
            <a:off x="3081528" y="6348550"/>
            <a:ext cx="2980944" cy="228600"/>
          </a:xfrm>
          <a:prstGeom prst="rect">
            <a:avLst/>
          </a:prstGeom>
        </p:spPr>
        <p:txBody>
          <a:bodyPr vert="horz" lIns="91440" tIns="45720" rIns="91440" bIns="45720" rtlCol="0" anchor="ctr">
            <a:noAutofit/>
          </a:bodyPr>
          <a:lstStyle>
            <a:lvl1pPr>
              <a:defRPr lang="en-US" sz="1200" dirty="0"/>
            </a:lvl1pPr>
          </a:lstStyle>
          <a:p>
            <a:pPr lvl="0" algn="ctr"/>
            <a:r>
              <a:rPr lang="en-US" dirty="0"/>
              <a:t>Return to parent-slide containing images.</a:t>
            </a:r>
          </a:p>
        </p:txBody>
      </p:sp>
      <p:sp>
        <p:nvSpPr>
          <p:cNvPr id="3" name="Slide Number Placeholder">
            <a:extLst>
              <a:ext uri="{FF2B5EF4-FFF2-40B4-BE49-F238E27FC236}">
                <a16:creationId xmlns:a16="http://schemas.microsoft.com/office/drawing/2014/main" id="{745DF60F-BF33-428F-883B-9C19F83780BF}"/>
              </a:ext>
            </a:extLst>
          </p:cNvPr>
          <p:cNvSpPr>
            <a:spLocks noGrp="1"/>
          </p:cNvSpPr>
          <p:nvPr>
            <p:ph type="sldNum" sz="quarter" idx="10"/>
          </p:nvPr>
        </p:nvSpPr>
        <p:spPr>
          <a:xfrm>
            <a:off x="8626412" y="6673531"/>
            <a:ext cx="355840" cy="161396"/>
          </a:xfrm>
          <a:prstGeom prst="rect">
            <a:avLst/>
          </a:prstGeom>
        </p:spPr>
        <p:txBody>
          <a:bodyPr/>
          <a:lstStyle/>
          <a:p>
            <a:fld id="{68151E55-6873-49E2-B8D5-2F265E6F1973}" type="slidenum">
              <a:rPr lang="en-US" smtClean="0"/>
              <a:t>‹#›</a:t>
            </a:fld>
            <a:endParaRPr lang="en-US" dirty="0"/>
          </a:p>
        </p:txBody>
      </p:sp>
    </p:spTree>
    <p:extLst>
      <p:ext uri="{BB962C8B-B14F-4D97-AF65-F5344CB8AC3E}">
        <p14:creationId xmlns:p14="http://schemas.microsoft.com/office/powerpoint/2010/main" val="2505933215"/>
      </p:ext>
    </p:extLst>
  </p:cSld>
  <p:clrMapOvr>
    <a:masterClrMapping/>
  </p:clrMapOvr>
  <p:extLst>
    <p:ext uri="{DCECCB84-F9BA-43D5-87BE-67443E8EF086}">
      <p15:sldGuideLst xmlns:p15="http://schemas.microsoft.com/office/powerpoint/2012/main">
        <p15:guide id="1" orient="horz" pos="2592">
          <p15:clr>
            <a:srgbClr val="FBAE40"/>
          </p15:clr>
        </p15:guide>
        <p15:guide id="2" orient="horz" pos="2736">
          <p15:clr>
            <a:srgbClr val="FBAE40"/>
          </p15:clr>
        </p15:guide>
        <p15:guide id="3" pos="2880">
          <p15:clr>
            <a:srgbClr val="FBAE40"/>
          </p15:clr>
        </p15:guide>
        <p15:guide id="4" pos="2976">
          <p15:clr>
            <a:srgbClr val="FBAE40"/>
          </p15:clr>
        </p15:guide>
        <p15:guide id="5" pos="2784">
          <p15:clr>
            <a:srgbClr val="FBAE40"/>
          </p15:clr>
        </p15:guide>
      </p15:sldGuideLst>
    </p:ext>
  </p:extLst>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_rels/slideMaster2.xml.rels><?xml version="1.0" encoding="UTF-8" standalone="yes"?>
<Relationships xmlns="http://schemas.openxmlformats.org/package/2006/relationships"><Relationship Id="rId3" Type="http://schemas.openxmlformats.org/officeDocument/2006/relationships/slideLayout" Target="../slideLayouts/slideLayout7.xml"/><Relationship Id="rId7" Type="http://schemas.openxmlformats.org/officeDocument/2006/relationships/theme" Target="../theme/theme2.xml"/><Relationship Id="rId2" Type="http://schemas.openxmlformats.org/officeDocument/2006/relationships/slideLayout" Target="../slideLayouts/slideLayout6.xml"/><Relationship Id="rId1" Type="http://schemas.openxmlformats.org/officeDocument/2006/relationships/slideLayout" Target="../slideLayouts/slideLayout5.xml"/><Relationship Id="rId6" Type="http://schemas.openxmlformats.org/officeDocument/2006/relationships/slideLayout" Target="../slideLayouts/slideLayout10.xml"/><Relationship Id="rId5" Type="http://schemas.openxmlformats.org/officeDocument/2006/relationships/slideLayout" Target="../slideLayouts/slideLayout9.xml"/><Relationship Id="rId4" Type="http://schemas.openxmlformats.org/officeDocument/2006/relationships/slideLayout" Target="../slideLayouts/slideLayout8.xml"/></Relationships>
</file>

<file path=ppt/slideMasters/_rels/slideMaster3.xml.rels><?xml version="1.0" encoding="UTF-8" standalone="yes"?>
<Relationships xmlns="http://schemas.openxmlformats.org/package/2006/relationships"><Relationship Id="rId2" Type="http://schemas.openxmlformats.org/officeDocument/2006/relationships/theme" Target="../theme/theme3.xml"/><Relationship Id="rId1" Type="http://schemas.openxmlformats.org/officeDocument/2006/relationships/slideLayout" Target="../slideLayouts/slideLayout11.xml"/></Relationships>
</file>

<file path=ppt/slideMasters/_rels/slideMaster4.xml.rels><?xml version="1.0" encoding="UTF-8" standalone="yes"?>
<Relationships xmlns="http://schemas.openxmlformats.org/package/2006/relationships"><Relationship Id="rId3" Type="http://schemas.openxmlformats.org/officeDocument/2006/relationships/theme" Target="../theme/theme4.xml"/><Relationship Id="rId2" Type="http://schemas.openxmlformats.org/officeDocument/2006/relationships/slideLayout" Target="../slideLayouts/slideLayout13.xml"/><Relationship Id="rId1" Type="http://schemas.openxmlformats.org/officeDocument/2006/relationships/slideLayout" Target="../slideLayouts/slideLayout12.xml"/></Relationships>
</file>

<file path=ppt/slideMasters/_rels/slideMaster5.xml.rels><?xml version="1.0" encoding="UTF-8" standalone="yes"?>
<Relationships xmlns="http://schemas.openxmlformats.org/package/2006/relationships"><Relationship Id="rId3" Type="http://schemas.openxmlformats.org/officeDocument/2006/relationships/theme" Target="../theme/theme5.xml"/><Relationship Id="rId2" Type="http://schemas.openxmlformats.org/officeDocument/2006/relationships/slideLayout" Target="../slideLayouts/slideLayout15.xml"/><Relationship Id="rId1"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7" name="MGH logo" descr="McGraw-Hill Education Logo">
            <a:extLst>
              <a:ext uri="{FF2B5EF4-FFF2-40B4-BE49-F238E27FC236}">
                <a16:creationId xmlns:a16="http://schemas.microsoft.com/office/drawing/2014/main" id="{BF372B49-B6F5-4826-B4F8-2F8A4FFF8894}"/>
              </a:ext>
            </a:extLst>
          </p:cNvPr>
          <p:cNvPicPr>
            <a:picLocks noChangeAspect="1"/>
          </p:cNvPicPr>
          <p:nvPr userDrawn="1"/>
        </p:nvPicPr>
        <p:blipFill>
          <a:blip r:embed="rId6" cstate="print">
            <a:extLst>
              <a:ext uri="{28A0092B-C50C-407E-A947-70E740481C1C}">
                <a14:useLocalDpi xmlns:a14="http://schemas.microsoft.com/office/drawing/2010/main"/>
              </a:ext>
            </a:extLst>
          </a:blip>
          <a:stretch>
            <a:fillRect/>
          </a:stretch>
        </p:blipFill>
        <p:spPr>
          <a:xfrm>
            <a:off x="294106" y="283845"/>
            <a:ext cx="999514" cy="999514"/>
          </a:xfrm>
          <a:prstGeom prst="rect">
            <a:avLst/>
          </a:prstGeom>
        </p:spPr>
      </p:pic>
      <p:sp>
        <p:nvSpPr>
          <p:cNvPr id="3" name="MGH Tagline">
            <a:extLst>
              <a:ext uri="{FF2B5EF4-FFF2-40B4-BE49-F238E27FC236}">
                <a16:creationId xmlns:a16="http://schemas.microsoft.com/office/drawing/2014/main" id="{70E12349-CEA7-4006-B6E3-3E283BDBD258}"/>
              </a:ext>
            </a:extLst>
          </p:cNvPr>
          <p:cNvSpPr txBox="1"/>
          <p:nvPr userDrawn="1"/>
        </p:nvSpPr>
        <p:spPr>
          <a:xfrm>
            <a:off x="5060273" y="337349"/>
            <a:ext cx="3873993" cy="338554"/>
          </a:xfrm>
          <a:prstGeom prst="rect">
            <a:avLst/>
          </a:prstGeom>
          <a:noFill/>
        </p:spPr>
        <p:txBody>
          <a:bodyPr wrap="square" lIns="45720" rIns="45720" rtlCol="0">
            <a:spAutoFit/>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600" spc="40" dirty="0">
                <a:effectLst/>
                <a:latin typeface="Arial" panose="020B0604020202020204" pitchFamily="34" charset="0"/>
                <a:ea typeface="Calibri" panose="020F0502020204030204" pitchFamily="34" charset="0"/>
              </a:rPr>
              <a:t>Because learning changes everything.</a:t>
            </a:r>
            <a:r>
              <a:rPr lang="en-US" sz="1050" spc="40" baseline="60000" dirty="0">
                <a:effectLst/>
                <a:latin typeface="Arial" panose="020B0604020202020204" pitchFamily="34" charset="0"/>
                <a:ea typeface="Calibri" panose="020F0502020204030204" pitchFamily="34" charset="0"/>
              </a:rPr>
              <a:t>®</a:t>
            </a:r>
            <a:endParaRPr lang="en-US" sz="1600" spc="40" baseline="60000" dirty="0"/>
          </a:p>
        </p:txBody>
      </p:sp>
      <p:sp>
        <p:nvSpPr>
          <p:cNvPr id="5" name="Long Copyright"/>
          <p:cNvSpPr>
            <a:spLocks noGrp="1"/>
          </p:cNvSpPr>
          <p:nvPr>
            <p:ph type="ftr" sz="quarter" idx="3"/>
          </p:nvPr>
        </p:nvSpPr>
        <p:spPr>
          <a:xfrm>
            <a:off x="0" y="6478439"/>
            <a:ext cx="9144000" cy="379562"/>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pPr defTabSz="457200">
              <a:spcBef>
                <a:spcPct val="20000"/>
              </a:spcBef>
              <a:defRPr/>
            </a:pPr>
            <a:r>
              <a:rPr lang="en-US" dirty="0"/>
              <a:t>Add long copyright</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895458715"/>
      </p:ext>
    </p:extLst>
  </p:cSld>
  <p:clrMap bg1="lt1" tx1="dk1" bg2="lt2" tx2="dk2" accent1="accent1" accent2="accent2" accent3="accent3" accent4="accent4" accent5="accent5" accent6="accent6" hlink="hlink" folHlink="folHlink"/>
  <p:sldLayoutIdLst>
    <p:sldLayoutId id="2147483680" r:id="rId1"/>
    <p:sldLayoutId id="2147483681" r:id="rId2"/>
    <p:sldLayoutId id="2147483682" r:id="rId3"/>
    <p:sldLayoutId id="2147483683" r:id="rId4"/>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1200"/>
        </a:spcBef>
        <a:spcAft>
          <a:spcPts val="0"/>
        </a:spcAft>
        <a:buClrTx/>
        <a:buSzTx/>
        <a:buFont typeface="Arial" panose="020B0604020202020204" pitchFamily="34" charset="0"/>
        <a:buNone/>
        <a:tabLst/>
        <a:defRPr sz="1400" kern="1200" baseline="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880">
          <p15:clr>
            <a:srgbClr val="F26B43"/>
          </p15:clr>
        </p15:guide>
        <p15:guide id="6" pos="216">
          <p15:clr>
            <a:srgbClr val="F26B43"/>
          </p15:clr>
        </p15:guide>
        <p15:guide id="7" pos="5544">
          <p15:clr>
            <a:srgbClr val="F26B43"/>
          </p15:clr>
        </p15:guide>
        <p15:guide id="9" orient="horz" pos="4211">
          <p15:clr>
            <a:srgbClr val="F26B43"/>
          </p15:clr>
        </p15:guide>
        <p15:guide id="10" orient="horz" pos="960">
          <p15:clr>
            <a:srgbClr val="F26B43"/>
          </p15:clr>
        </p15:guide>
        <p15:guide id="11" orient="horz" pos="4104">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273877"/>
            <a:ext cx="8458200" cy="4944374"/>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881564708"/>
      </p:ext>
    </p:extLst>
  </p:cSld>
  <p:clrMap bg1="lt1" tx1="dk1" bg2="lt2" tx2="dk2" accent1="accent1" accent2="accent2" accent3="accent3" accent4="accent4" accent5="accent5" accent6="accent6" hlink="hlink" folHlink="folHlink"/>
  <p:sldLayoutIdLst>
    <p:sldLayoutId id="2147483692" r:id="rId1"/>
    <p:sldLayoutId id="2147483693" r:id="rId2"/>
    <p:sldLayoutId id="2147483699" r:id="rId3"/>
    <p:sldLayoutId id="2147483695" r:id="rId4"/>
    <p:sldLayoutId id="2147483696" r:id="rId5"/>
    <p:sldLayoutId id="2147483697" r:id="rId6"/>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864" userDrawn="1">
          <p15:clr>
            <a:srgbClr val="F26B43"/>
          </p15:clr>
        </p15:guide>
        <p15:guide id="13" orient="horz" pos="360" userDrawn="1">
          <p15:clr>
            <a:srgbClr val="F26B43"/>
          </p15:clr>
        </p15:guide>
        <p15:guide id="14" orient="horz" pos="3936" userDrawn="1">
          <p15:clr>
            <a:srgbClr val="F26B43"/>
          </p15:clr>
        </p15:guide>
        <p15:guide id="15" pos="984" userDrawn="1">
          <p15:clr>
            <a:srgbClr val="F26B43"/>
          </p15:clr>
        </p15:guide>
        <p15:guide id="16" pos="5376" userDrawn="1">
          <p15:clr>
            <a:srgbClr val="F26B43"/>
          </p15:clr>
        </p15:guide>
        <p15:guide id="17" pos="264"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5" name="Footer Placeholder 4"/>
          <p:cNvSpPr>
            <a:spLocks noGrp="1"/>
          </p:cNvSpPr>
          <p:nvPr>
            <p:ph type="ftr" sz="quarter" idx="3"/>
          </p:nvPr>
        </p:nvSpPr>
        <p:spPr>
          <a:xfrm>
            <a:off x="0" y="6495691"/>
            <a:ext cx="9144000" cy="362309"/>
          </a:xfrm>
          <a:prstGeom prst="rect">
            <a:avLst/>
          </a:prstGeom>
        </p:spPr>
        <p:txBody>
          <a:bodyPr vert="horz" lIns="91440" tIns="45720" rIns="91440" bIns="45720" rtlCol="0" anchor="ctr"/>
          <a:lstStyle>
            <a:lvl1pPr algn="ctr">
              <a:defRPr sz="800">
                <a:solidFill>
                  <a:schemeClr val="tx1">
                    <a:lumMod val="50000"/>
                    <a:lumOff val="50000"/>
                  </a:schemeClr>
                </a:solidFill>
              </a:defRPr>
            </a:lvl1pPr>
          </a:lstStyle>
          <a:p>
            <a:r>
              <a:rPr lang="en-US" dirty="0"/>
              <a:t>Add long copyright line here</a:t>
            </a:r>
          </a:p>
        </p:txBody>
      </p:sp>
      <p:sp>
        <p:nvSpPr>
          <p:cNvPr id="6" name="MGH Yellow Line">
            <a:extLst>
              <a:ext uri="{FF2B5EF4-FFF2-40B4-BE49-F238E27FC236}">
                <a16:creationId xmlns:a16="http://schemas.microsoft.com/office/drawing/2014/main" id="{F20163A4-4644-4B17-9C8A-EF42A992331B}"/>
              </a:ext>
              <a:ext uri="{C183D7F6-B498-43B3-948B-1728B52AA6E4}">
                <adec:decorative xmlns:adec="http://schemas.microsoft.com/office/drawing/2017/decorative" val="1"/>
              </a:ext>
            </a:extLst>
          </p:cNvPr>
          <p:cNvSpPr/>
          <p:nvPr userDrawn="1"/>
        </p:nvSpPr>
        <p:spPr>
          <a:xfrm>
            <a:off x="0" y="6432547"/>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Tree>
    <p:extLst>
      <p:ext uri="{BB962C8B-B14F-4D97-AF65-F5344CB8AC3E}">
        <p14:creationId xmlns:p14="http://schemas.microsoft.com/office/powerpoint/2010/main" val="2437998185"/>
      </p:ext>
    </p:extLst>
  </p:cSld>
  <p:clrMap bg1="lt1" tx1="dk1" bg2="lt2" tx2="dk2" accent1="accent1" accent2="accent2" accent3="accent3" accent4="accent4" accent5="accent5" accent6="accent6" hlink="hlink" folHlink="folHlink"/>
  <p:sldLayoutIdLst>
    <p:sldLayoutId id="2147483685" r:id="rId1"/>
  </p:sldLayoutIdLst>
  <p:hf hdr="0" dt="0"/>
  <p:txStyles>
    <p:titleStyle>
      <a:lvl1pPr algn="ctr" defTabSz="914400" rtl="0" eaLnBrk="1" latinLnBrk="0" hangingPunct="1">
        <a:lnSpc>
          <a:spcPct val="90000"/>
        </a:lnSpc>
        <a:spcBef>
          <a:spcPct val="0"/>
        </a:spcBef>
        <a:buNone/>
        <a:defRPr sz="1600" b="0" kern="1200">
          <a:solidFill>
            <a:schemeClr val="tx2"/>
          </a:solidFill>
          <a:latin typeface="+mj-lt"/>
          <a:ea typeface="+mj-ea"/>
          <a:cs typeface="+mj-cs"/>
        </a:defRPr>
      </a:lvl1pPr>
    </p:titleStyle>
    <p:bodyStyle>
      <a:lvl1pPr marL="0" marR="0" indent="0" algn="ctr" defTabSz="914400" rtl="0" eaLnBrk="1" fontAlgn="auto" latinLnBrk="0" hangingPunct="1">
        <a:lnSpc>
          <a:spcPct val="100000"/>
        </a:lnSpc>
        <a:spcBef>
          <a:spcPts val="0"/>
        </a:spcBef>
        <a:spcAft>
          <a:spcPts val="0"/>
        </a:spcAft>
        <a:buClrTx/>
        <a:buSzTx/>
        <a:buFontTx/>
        <a:buNone/>
        <a:tabLst/>
        <a:defRPr sz="2000" kern="1200">
          <a:solidFill>
            <a:schemeClr val="tx2"/>
          </a:solidFill>
          <a:latin typeface="+mn-lt"/>
          <a:ea typeface="+mn-ea"/>
          <a:cs typeface="+mn-cs"/>
        </a:defRPr>
      </a:lvl1pPr>
      <a:lvl2pPr marL="230188" indent="-228600" algn="l" defTabSz="914400" rtl="0" eaLnBrk="1" latinLnBrk="0" hangingPunct="1">
        <a:lnSpc>
          <a:spcPct val="100000"/>
        </a:lnSpc>
        <a:spcBef>
          <a:spcPts val="800"/>
        </a:spcBef>
        <a:buClrTx/>
        <a:buFont typeface="Arial" panose="020B0604020202020204" pitchFamily="34" charset="0"/>
        <a:buChar char="•"/>
        <a:defRPr sz="2000" kern="1200">
          <a:solidFill>
            <a:schemeClr val="tx2"/>
          </a:solidFill>
          <a:latin typeface="+mn-lt"/>
          <a:ea typeface="+mn-ea"/>
          <a:cs typeface="+mn-cs"/>
        </a:defRPr>
      </a:lvl2pPr>
      <a:lvl3pPr marL="460375" indent="-228600" algn="l" defTabSz="914400" rtl="0" eaLnBrk="1" latinLnBrk="0" hangingPunct="1">
        <a:lnSpc>
          <a:spcPct val="100000"/>
        </a:lnSpc>
        <a:spcBef>
          <a:spcPts val="800"/>
        </a:spcBef>
        <a:buFont typeface="Arial" panose="020B0604020202020204" pitchFamily="34" charset="0"/>
        <a:buChar char="•"/>
        <a:defRPr sz="1800" kern="1200">
          <a:solidFill>
            <a:schemeClr val="tx2"/>
          </a:solidFill>
          <a:latin typeface="+mn-lt"/>
          <a:ea typeface="+mn-ea"/>
          <a:cs typeface="+mn-cs"/>
        </a:defRPr>
      </a:lvl3pPr>
      <a:lvl4pPr marL="455613"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2112" userDrawn="1">
          <p15:clr>
            <a:srgbClr val="F26B43"/>
          </p15:clr>
        </p15:guide>
        <p15:guide id="6" pos="216">
          <p15:clr>
            <a:srgbClr val="F26B43"/>
          </p15:clr>
        </p15:guide>
        <p15:guide id="7" pos="5544">
          <p15:clr>
            <a:srgbClr val="F26B43"/>
          </p15:clr>
        </p15:guide>
        <p15:guide id="9" orient="horz" pos="4211">
          <p15:clr>
            <a:srgbClr val="F26B43"/>
          </p15:clr>
        </p15:guide>
        <p15:guide id="10" orient="horz" pos="624" userDrawn="1">
          <p15:clr>
            <a:srgbClr val="F26B43"/>
          </p15:clr>
        </p15:guide>
        <p15:guide id="11" orient="horz" pos="4104">
          <p15:clr>
            <a:srgbClr val="F26B43"/>
          </p15:clr>
        </p15:guide>
        <p15:guide id="12" orient="horz" pos="2160" userDrawn="1">
          <p15:clr>
            <a:srgbClr val="F26B43"/>
          </p15:clr>
        </p15:guide>
        <p15:guide id="13" pos="3648"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4" name="Text Placeholder">
            <a:extLst>
              <a:ext uri="{FF2B5EF4-FFF2-40B4-BE49-F238E27FC236}">
                <a16:creationId xmlns:a16="http://schemas.microsoft.com/office/drawing/2014/main" id="{BEB99B55-73FB-42B4-93ED-C5E818675C31}"/>
              </a:ext>
            </a:extLst>
          </p:cNvPr>
          <p:cNvSpPr>
            <a:spLocks noGrp="1"/>
          </p:cNvSpPr>
          <p:nvPr>
            <p:ph type="body" idx="1"/>
          </p:nvPr>
        </p:nvSpPr>
        <p:spPr>
          <a:xfrm>
            <a:off x="342901" y="1976546"/>
            <a:ext cx="6480593" cy="4351338"/>
          </a:xfrm>
          <a:prstGeom prst="rect">
            <a:avLst/>
          </a:prstGeom>
        </p:spPr>
        <p:txBody>
          <a:bodyPr vert="horz" lIns="91440" tIns="45720" rIns="91440" bIns="45720" rtlCol="0">
            <a:normAutofit/>
          </a:bodyPr>
          <a:lstStyle/>
          <a:p>
            <a:pPr lvl="0"/>
            <a:r>
              <a:rPr lang="en-US" dirty="0"/>
              <a:t>Slide Content</a:t>
            </a:r>
          </a:p>
          <a:p>
            <a:pPr lvl="2"/>
            <a:r>
              <a:rPr lang="en-US" dirty="0"/>
              <a:t>Second level</a:t>
            </a:r>
          </a:p>
          <a:p>
            <a:pPr lvl="3"/>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24279" y="6660234"/>
            <a:ext cx="1285344"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37202" y="6682314"/>
            <a:ext cx="342900" cy="143831"/>
          </a:xfrm>
          <a:prstGeom prst="rect">
            <a:avLst/>
          </a:prstGeom>
        </p:spPr>
        <p:txBody>
          <a:bodyPr vert="horz" lIns="45720" tIns="45720" rIns="45720" bIns="45720" rtlCol="0" anchor="ctr"/>
          <a:lstStyle>
            <a:lvl1pPr algn="r">
              <a:defRPr lang="en-US" sz="800" smtClean="0">
                <a:solidFill>
                  <a:schemeClr val="tx1">
                    <a:lumMod val="65000"/>
                    <a:lumOff val="35000"/>
                  </a:schemeClr>
                </a:solidFill>
              </a:defRPr>
            </a:lvl1pPr>
          </a:lstStyle>
          <a:p>
            <a:fld id="{68151E55-6873-49E2-B8D5-2F265E6F1973}" type="slidenum">
              <a:rPr lang="en-US" smtClean="0"/>
              <a:pPr/>
              <a:t>‹#›</a:t>
            </a:fld>
            <a:endParaRPr lang="en-US" dirty="0"/>
          </a:p>
        </p:txBody>
      </p:sp>
      <p:grpSp>
        <p:nvGrpSpPr>
          <p:cNvPr id="6" name="MGH Shape">
            <a:extLst>
              <a:ext uri="{FF2B5EF4-FFF2-40B4-BE49-F238E27FC236}">
                <a16:creationId xmlns:a16="http://schemas.microsoft.com/office/drawing/2014/main" id="{B719ECBD-8119-4217-9D58-2638FA4365C1}"/>
              </a:ext>
              <a:ext uri="{C183D7F6-B498-43B3-948B-1728B52AA6E4}">
                <adec:decorative xmlns:adec="http://schemas.microsoft.com/office/drawing/2017/decorative" val="1"/>
              </a:ext>
            </a:extLst>
          </p:cNvPr>
          <p:cNvGrpSpPr/>
          <p:nvPr userDrawn="1"/>
        </p:nvGrpSpPr>
        <p:grpSpPr>
          <a:xfrm>
            <a:off x="6622742" y="0"/>
            <a:ext cx="2521258" cy="6623843"/>
            <a:chOff x="3491346" y="0"/>
            <a:chExt cx="2508933" cy="6367263"/>
          </a:xfrm>
        </p:grpSpPr>
        <p:sp>
          <p:nvSpPr>
            <p:cNvPr id="9" name="Freeform 11">
              <a:extLst>
                <a:ext uri="{FF2B5EF4-FFF2-40B4-BE49-F238E27FC236}">
                  <a16:creationId xmlns:a16="http://schemas.microsoft.com/office/drawing/2014/main" id="{FCAD01AC-30CD-4728-B0FD-543493B2CE55}"/>
                </a:ext>
              </a:extLst>
            </p:cNvPr>
            <p:cNvSpPr/>
            <p:nvPr/>
          </p:nvSpPr>
          <p:spPr>
            <a:xfrm rot="10800000">
              <a:off x="5468761" y="1352709"/>
              <a:ext cx="531517" cy="1821241"/>
            </a:xfrm>
            <a:custGeom>
              <a:avLst/>
              <a:gdLst>
                <a:gd name="connsiteX0" fmla="*/ 0 w 531517"/>
                <a:gd name="connsiteY0" fmla="*/ 1821241 h 1821241"/>
                <a:gd name="connsiteX1" fmla="*/ 0 w 531517"/>
                <a:gd name="connsiteY1" fmla="*/ 0 h 1821241"/>
                <a:gd name="connsiteX2" fmla="*/ 531517 w 531517"/>
                <a:gd name="connsiteY2" fmla="*/ 672400 h 1821241"/>
                <a:gd name="connsiteX3" fmla="*/ 0 w 531517"/>
                <a:gd name="connsiteY3" fmla="*/ 1821241 h 1821241"/>
              </a:gdLst>
              <a:ahLst/>
              <a:cxnLst>
                <a:cxn ang="0">
                  <a:pos x="connsiteX0" y="connsiteY0"/>
                </a:cxn>
                <a:cxn ang="0">
                  <a:pos x="connsiteX1" y="connsiteY1"/>
                </a:cxn>
                <a:cxn ang="0">
                  <a:pos x="connsiteX2" y="connsiteY2"/>
                </a:cxn>
                <a:cxn ang="0">
                  <a:pos x="connsiteX3" y="connsiteY3"/>
                </a:cxn>
              </a:cxnLst>
              <a:rect l="l" t="t" r="r" b="b"/>
              <a:pathLst>
                <a:path w="531517" h="1821241">
                  <a:moveTo>
                    <a:pt x="0" y="1821241"/>
                  </a:moveTo>
                  <a:lnTo>
                    <a:pt x="0" y="0"/>
                  </a:lnTo>
                  <a:lnTo>
                    <a:pt x="531517" y="672400"/>
                  </a:lnTo>
                  <a:lnTo>
                    <a:pt x="0" y="1821241"/>
                  </a:lnTo>
                  <a:close/>
                </a:path>
              </a:pathLst>
            </a:custGeom>
            <a:solidFill>
              <a:srgbClr val="9F224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0" name="Freeform 12">
              <a:extLst>
                <a:ext uri="{FF2B5EF4-FFF2-40B4-BE49-F238E27FC236}">
                  <a16:creationId xmlns:a16="http://schemas.microsoft.com/office/drawing/2014/main" id="{9A51DD71-B849-456F-A479-25728C0B26F4}"/>
                </a:ext>
              </a:extLst>
            </p:cNvPr>
            <p:cNvSpPr/>
            <p:nvPr/>
          </p:nvSpPr>
          <p:spPr>
            <a:xfrm rot="10800000">
              <a:off x="3491346" y="0"/>
              <a:ext cx="2508932" cy="2501550"/>
            </a:xfrm>
            <a:custGeom>
              <a:avLst/>
              <a:gdLst>
                <a:gd name="connsiteX0" fmla="*/ 2508932 w 2508932"/>
                <a:gd name="connsiteY0" fmla="*/ 2501550 h 2501550"/>
                <a:gd name="connsiteX1" fmla="*/ 0 w 2508932"/>
                <a:gd name="connsiteY1" fmla="*/ 2501550 h 2501550"/>
                <a:gd name="connsiteX2" fmla="*/ 0 w 2508932"/>
                <a:gd name="connsiteY2" fmla="*/ 1148841 h 2501550"/>
                <a:gd name="connsiteX3" fmla="*/ 531517 w 2508932"/>
                <a:gd name="connsiteY3" fmla="*/ 0 h 2501550"/>
                <a:gd name="connsiteX4" fmla="*/ 2508932 w 2508932"/>
                <a:gd name="connsiteY4" fmla="*/ 2501550 h 25015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508932" h="2501550">
                  <a:moveTo>
                    <a:pt x="2508932" y="2501550"/>
                  </a:moveTo>
                  <a:lnTo>
                    <a:pt x="0" y="2501550"/>
                  </a:lnTo>
                  <a:lnTo>
                    <a:pt x="0" y="1148841"/>
                  </a:lnTo>
                  <a:lnTo>
                    <a:pt x="531517" y="0"/>
                  </a:lnTo>
                  <a:lnTo>
                    <a:pt x="2508932" y="2501550"/>
                  </a:lnTo>
                  <a:close/>
                </a:path>
              </a:pathLst>
            </a:custGeom>
            <a:solidFill>
              <a:srgbClr val="E2DFCA"/>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sp>
          <p:nvSpPr>
            <p:cNvPr id="11" name="Freeform 13">
              <a:extLst>
                <a:ext uri="{FF2B5EF4-FFF2-40B4-BE49-F238E27FC236}">
                  <a16:creationId xmlns:a16="http://schemas.microsoft.com/office/drawing/2014/main" id="{CE349BEA-4244-4589-91D3-1DECC6AB1E90}"/>
                </a:ext>
              </a:extLst>
            </p:cNvPr>
            <p:cNvSpPr/>
            <p:nvPr/>
          </p:nvSpPr>
          <p:spPr>
            <a:xfrm rot="10800000">
              <a:off x="3680272" y="1352707"/>
              <a:ext cx="2320007" cy="5014556"/>
            </a:xfrm>
            <a:custGeom>
              <a:avLst/>
              <a:gdLst>
                <a:gd name="connsiteX0" fmla="*/ 0 w 2320007"/>
                <a:gd name="connsiteY0" fmla="*/ 5014556 h 5014556"/>
                <a:gd name="connsiteX1" fmla="*/ 0 w 2320007"/>
                <a:gd name="connsiteY1" fmla="*/ 0 h 5014556"/>
                <a:gd name="connsiteX2" fmla="*/ 2320007 w 2320007"/>
                <a:gd name="connsiteY2" fmla="*/ 0 h 5014556"/>
                <a:gd name="connsiteX3" fmla="*/ 531518 w 2320007"/>
                <a:gd name="connsiteY3" fmla="*/ 3865713 h 5014556"/>
                <a:gd name="connsiteX4" fmla="*/ 1 w 2320007"/>
                <a:gd name="connsiteY4" fmla="*/ 3193313 h 5014556"/>
                <a:gd name="connsiteX5" fmla="*/ 1 w 2320007"/>
                <a:gd name="connsiteY5" fmla="*/ 5014554 h 5014556"/>
                <a:gd name="connsiteX6" fmla="*/ 0 w 2320007"/>
                <a:gd name="connsiteY6" fmla="*/ 5014556 h 50145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320007" h="5014556">
                  <a:moveTo>
                    <a:pt x="0" y="5014556"/>
                  </a:moveTo>
                  <a:lnTo>
                    <a:pt x="0" y="0"/>
                  </a:lnTo>
                  <a:lnTo>
                    <a:pt x="2320007" y="0"/>
                  </a:lnTo>
                  <a:lnTo>
                    <a:pt x="531518" y="3865713"/>
                  </a:lnTo>
                  <a:lnTo>
                    <a:pt x="1" y="3193313"/>
                  </a:lnTo>
                  <a:lnTo>
                    <a:pt x="1" y="5014554"/>
                  </a:lnTo>
                  <a:lnTo>
                    <a:pt x="0" y="5014556"/>
                  </a:lnTo>
                  <a:close/>
                </a:path>
              </a:pathLst>
            </a:cu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tx2"/>
                </a:solidFill>
              </a:endParaRPr>
            </a:p>
          </p:txBody>
        </p:sp>
      </p:grpSp>
      <p:sp>
        <p:nvSpPr>
          <p:cNvPr id="13" name="Title Placeholder">
            <a:extLst>
              <a:ext uri="{FF2B5EF4-FFF2-40B4-BE49-F238E27FC236}">
                <a16:creationId xmlns:a16="http://schemas.microsoft.com/office/drawing/2014/main" id="{34622483-C344-43F3-82BE-D7AE2DFFFAB0}"/>
              </a:ext>
            </a:extLst>
          </p:cNvPr>
          <p:cNvSpPr>
            <a:spLocks noGrp="1"/>
          </p:cNvSpPr>
          <p:nvPr>
            <p:ph type="title"/>
          </p:nvPr>
        </p:nvSpPr>
        <p:spPr>
          <a:xfrm>
            <a:off x="342900" y="136257"/>
            <a:ext cx="6073803" cy="685800"/>
          </a:xfrm>
          <a:prstGeom prst="rect">
            <a:avLst/>
          </a:prstGeom>
        </p:spPr>
        <p:txBody>
          <a:bodyPr vert="horz" lIns="91440" tIns="45720" rIns="91440" bIns="45720" rtlCol="0" anchor="ctr">
            <a:normAutofit/>
          </a:bodyPr>
          <a:lstStyle/>
          <a:p>
            <a:r>
              <a:rPr lang="en-US" dirty="0"/>
              <a:t>Title goes here</a:t>
            </a:r>
          </a:p>
        </p:txBody>
      </p:sp>
    </p:spTree>
    <p:extLst>
      <p:ext uri="{BB962C8B-B14F-4D97-AF65-F5344CB8AC3E}">
        <p14:creationId xmlns:p14="http://schemas.microsoft.com/office/powerpoint/2010/main" val="3690558099"/>
      </p:ext>
    </p:extLst>
  </p:cSld>
  <p:clrMap bg1="lt1" tx1="dk1" bg2="lt2" tx2="dk2" accent1="accent1" accent2="accent2" accent3="accent3" accent4="accent4" accent5="accent5" accent6="accent6" hlink="hlink" folHlink="folHlink"/>
  <p:sldLayoutIdLst>
    <p:sldLayoutId id="2147483690" r:id="rId1"/>
    <p:sldLayoutId id="2147483698"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0"/>
        </a:spcAft>
        <a:buClrTx/>
        <a:buSzTx/>
        <a:buFont typeface="Arial" panose="020B0604020202020204" pitchFamily="34" charset="0"/>
        <a:buNone/>
        <a:tabLst/>
        <a:defRPr sz="2000" kern="1200">
          <a:solidFill>
            <a:schemeClr val="tx2"/>
          </a:solidFill>
          <a:latin typeface="+mn-lt"/>
          <a:ea typeface="+mn-ea"/>
          <a:cs typeface="+mn-cs"/>
        </a:defRPr>
      </a:lvl1pPr>
      <a:lvl2pPr marL="1588" indent="0" algn="l" defTabSz="914400" rtl="0" eaLnBrk="1" latinLnBrk="0" hangingPunct="1">
        <a:lnSpc>
          <a:spcPct val="100000"/>
        </a:lnSpc>
        <a:spcBef>
          <a:spcPts val="800"/>
        </a:spcBef>
        <a:buClrTx/>
        <a:buFont typeface="Arial" panose="020B0604020202020204" pitchFamily="34" charset="0"/>
        <a:buNone/>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buFont typeface="Arial" panose="020B0604020202020204" pitchFamily="34" charset="0"/>
        <a:buChar char="•"/>
        <a:defRPr sz="20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buFont typeface="Arial" panose="020B0604020202020204" pitchFamily="34" charset="0"/>
        <a:buChar char="•"/>
        <a:defRPr sz="1800" kern="1200">
          <a:solidFill>
            <a:schemeClr val="tx1"/>
          </a:solidFill>
          <a:latin typeface="+mn-lt"/>
          <a:ea typeface="+mn-ea"/>
          <a:cs typeface="+mn-cs"/>
        </a:defRPr>
      </a:lvl4pPr>
      <a:lvl5pPr marL="685800" indent="0" algn="l" defTabSz="914400" rtl="0" eaLnBrk="1" latinLnBrk="0" hangingPunct="1">
        <a:lnSpc>
          <a:spcPct val="100000"/>
        </a:lnSpc>
        <a:spcBef>
          <a:spcPts val="800"/>
        </a:spcBef>
        <a:buFont typeface="Arial" panose="020B0604020202020204" pitchFamily="34" charset="0"/>
        <a:buNone/>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360">
          <p15:clr>
            <a:srgbClr val="F26B43"/>
          </p15:clr>
        </p15:guide>
        <p15:guide id="2" orient="horz" pos="192">
          <p15:clr>
            <a:srgbClr val="F26B43"/>
          </p15:clr>
        </p15:guide>
        <p15:guide id="5" pos="5544" userDrawn="1">
          <p15:clr>
            <a:srgbClr val="F26B43"/>
          </p15:clr>
        </p15:guide>
        <p15:guide id="6" pos="216">
          <p15:clr>
            <a:srgbClr val="F26B43"/>
          </p15:clr>
        </p15:guide>
        <p15:guide id="7" pos="4296" userDrawn="1">
          <p15:clr>
            <a:srgbClr val="F26B43"/>
          </p15:clr>
        </p15:guide>
        <p15:guide id="9" orient="horz" pos="4211">
          <p15:clr>
            <a:srgbClr val="F26B43"/>
          </p15:clr>
        </p15:guide>
        <p15:guide id="10" orient="horz" pos="1248" userDrawn="1">
          <p15:clr>
            <a:srgbClr val="F26B43"/>
          </p15:clr>
        </p15:guide>
        <p15:guide id="11" orient="horz" pos="3984" userDrawn="1">
          <p15:clr>
            <a:srgbClr val="F26B43"/>
          </p15:clr>
        </p15:guide>
        <p15:guide id="12" orient="horz" pos="1656" userDrawn="1">
          <p15:clr>
            <a:srgbClr val="F26B43"/>
          </p15:clr>
        </p15:guide>
        <p15:guide id="13" pos="2980">
          <p15:clr>
            <a:srgbClr val="F26B43"/>
          </p15:clr>
        </p15:guide>
        <p15:guide id="14" orient="horz" pos="2260" userDrawn="1">
          <p15:clr>
            <a:srgbClr val="F26B43"/>
          </p15:clr>
        </p15:guide>
        <p15:guide id="15" pos="264"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3" name="Title Placeholder">
            <a:extLst>
              <a:ext uri="{FF2B5EF4-FFF2-40B4-BE49-F238E27FC236}">
                <a16:creationId xmlns:a16="http://schemas.microsoft.com/office/drawing/2014/main" id="{881C4C4E-EEEF-442A-AE3B-63C7E062F18C}"/>
              </a:ext>
            </a:extLst>
          </p:cNvPr>
          <p:cNvSpPr>
            <a:spLocks noGrp="1"/>
          </p:cNvSpPr>
          <p:nvPr>
            <p:ph type="title"/>
          </p:nvPr>
        </p:nvSpPr>
        <p:spPr>
          <a:xfrm>
            <a:off x="342900" y="136257"/>
            <a:ext cx="8458200" cy="685800"/>
          </a:xfrm>
          <a:prstGeom prst="rect">
            <a:avLst/>
          </a:prstGeom>
        </p:spPr>
        <p:txBody>
          <a:bodyPr vert="horz" lIns="91440" tIns="45720" rIns="91440" bIns="45720" rtlCol="0" anchor="ctr">
            <a:normAutofit/>
          </a:bodyPr>
          <a:lstStyle/>
          <a:p>
            <a:r>
              <a:rPr lang="en-US" dirty="0"/>
              <a:t>Title goes here</a:t>
            </a:r>
          </a:p>
        </p:txBody>
      </p:sp>
      <p:sp>
        <p:nvSpPr>
          <p:cNvPr id="5" name="Text Placeholder">
            <a:extLst>
              <a:ext uri="{FF2B5EF4-FFF2-40B4-BE49-F238E27FC236}">
                <a16:creationId xmlns:a16="http://schemas.microsoft.com/office/drawing/2014/main" id="{4F2C87DD-ADFA-433D-B7C8-4E9E42BC9E0F}"/>
              </a:ext>
            </a:extLst>
          </p:cNvPr>
          <p:cNvSpPr>
            <a:spLocks noGrp="1"/>
          </p:cNvSpPr>
          <p:nvPr>
            <p:ph type="body" idx="1"/>
          </p:nvPr>
        </p:nvSpPr>
        <p:spPr>
          <a:xfrm>
            <a:off x="342900" y="1371599"/>
            <a:ext cx="8458200" cy="4876801"/>
          </a:xfrm>
          <a:prstGeom prst="rect">
            <a:avLst/>
          </a:prstGeom>
        </p:spPr>
        <p:txBody>
          <a:bodyPr vert="horz" lIns="91440" tIns="45720" rIns="91440" bIns="45720" rtlCol="0">
            <a:normAutofit/>
          </a:bodyPr>
          <a:lstStyle/>
          <a:p>
            <a:pPr lvl="0"/>
            <a:r>
              <a:rPr lang="en-US" dirty="0"/>
              <a:t>Edit Master text styles</a:t>
            </a:r>
          </a:p>
          <a:p>
            <a:pPr lvl="1"/>
            <a:r>
              <a:rPr lang="en-US" dirty="0"/>
              <a:t>Second level</a:t>
            </a:r>
          </a:p>
          <a:p>
            <a:pPr lvl="2"/>
            <a:r>
              <a:rPr lang="en-US" dirty="0"/>
              <a:t>Third level</a:t>
            </a:r>
          </a:p>
        </p:txBody>
      </p:sp>
      <p:sp>
        <p:nvSpPr>
          <p:cNvPr id="8" name="MGH Yellow Line">
            <a:extLst>
              <a:ext uri="{FF2B5EF4-FFF2-40B4-BE49-F238E27FC236}">
                <a16:creationId xmlns:a16="http://schemas.microsoft.com/office/drawing/2014/main" id="{86E6E250-D1F9-6444-A77C-4DC8C64A97D7}"/>
              </a:ext>
              <a:ext uri="{C183D7F6-B498-43B3-948B-1728B52AA6E4}">
                <adec:decorative xmlns:adec="http://schemas.microsoft.com/office/drawing/2017/decorative" val="1"/>
              </a:ext>
            </a:extLst>
          </p:cNvPr>
          <p:cNvSpPr/>
          <p:nvPr userDrawn="1"/>
        </p:nvSpPr>
        <p:spPr>
          <a:xfrm>
            <a:off x="0" y="6622319"/>
            <a:ext cx="9144000" cy="54593"/>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Short Copyright">
            <a:extLst>
              <a:ext uri="{FF2B5EF4-FFF2-40B4-BE49-F238E27FC236}">
                <a16:creationId xmlns:a16="http://schemas.microsoft.com/office/drawing/2014/main" id="{36838A37-515E-4F5C-BF9F-CE51891A9C27}"/>
              </a:ext>
            </a:extLst>
          </p:cNvPr>
          <p:cNvSpPr txBox="1"/>
          <p:nvPr userDrawn="1"/>
        </p:nvSpPr>
        <p:spPr>
          <a:xfrm>
            <a:off x="215658" y="6664280"/>
            <a:ext cx="1233578" cy="215444"/>
          </a:xfrm>
          <a:prstGeom prst="rect">
            <a:avLst/>
          </a:prstGeom>
          <a:noFill/>
        </p:spPr>
        <p:txBody>
          <a:bodyPr wrap="square" lIns="45720" rIns="45720" rtlCol="0" anchor="ctr">
            <a:spAutoFit/>
          </a:bodyPr>
          <a:lstStyle/>
          <a:p>
            <a:r>
              <a:rPr lang="en-US" sz="800" b="0" dirty="0">
                <a:solidFill>
                  <a:schemeClr val="tx1">
                    <a:lumMod val="65000"/>
                    <a:lumOff val="35000"/>
                  </a:schemeClr>
                </a:solidFill>
              </a:rPr>
              <a:t>© McGraw Hill</a:t>
            </a:r>
          </a:p>
        </p:txBody>
      </p:sp>
      <p:sp>
        <p:nvSpPr>
          <p:cNvPr id="12" name="Slide Number Placeholder">
            <a:extLst>
              <a:ext uri="{FF2B5EF4-FFF2-40B4-BE49-F238E27FC236}">
                <a16:creationId xmlns:a16="http://schemas.microsoft.com/office/drawing/2014/main" id="{C2E4AF62-4201-4F5D-966F-4A59CD13C9F3}"/>
              </a:ext>
            </a:extLst>
          </p:cNvPr>
          <p:cNvSpPr>
            <a:spLocks noGrp="1"/>
          </p:cNvSpPr>
          <p:nvPr>
            <p:ph type="sldNum" sz="quarter" idx="4"/>
          </p:nvPr>
        </p:nvSpPr>
        <p:spPr>
          <a:xfrm>
            <a:off x="8626412" y="6673531"/>
            <a:ext cx="355840" cy="161396"/>
          </a:xfrm>
          <a:prstGeom prst="rect">
            <a:avLst/>
          </a:prstGeom>
        </p:spPr>
        <p:txBody>
          <a:bodyPr vert="horz" lIns="45720" tIns="45720" rIns="45720" bIns="45720" rtlCol="0" anchor="ctr"/>
          <a:lstStyle>
            <a:lvl1pPr algn="r">
              <a:defRPr sz="800">
                <a:solidFill>
                  <a:schemeClr val="tx1">
                    <a:lumMod val="65000"/>
                    <a:lumOff val="35000"/>
                  </a:schemeClr>
                </a:solidFill>
              </a:defRPr>
            </a:lvl1pPr>
          </a:lstStyle>
          <a:p>
            <a:fld id="{68151E55-6873-49E2-B8D5-2F265E6F1973}" type="slidenum">
              <a:rPr lang="en-US" smtClean="0"/>
              <a:pPr/>
              <a:t>‹#›</a:t>
            </a:fld>
            <a:endParaRPr lang="en-US" dirty="0"/>
          </a:p>
        </p:txBody>
      </p:sp>
    </p:spTree>
    <p:extLst>
      <p:ext uri="{BB962C8B-B14F-4D97-AF65-F5344CB8AC3E}">
        <p14:creationId xmlns:p14="http://schemas.microsoft.com/office/powerpoint/2010/main" val="2924093042"/>
      </p:ext>
    </p:extLst>
  </p:cSld>
  <p:clrMap bg1="lt1" tx1="dk1" bg2="lt2" tx2="dk2" accent1="accent1" accent2="accent2" accent3="accent3" accent4="accent4" accent5="accent5" accent6="accent6" hlink="hlink" folHlink="folHlink"/>
  <p:sldLayoutIdLst>
    <p:sldLayoutId id="2147483702" r:id="rId1"/>
    <p:sldLayoutId id="2147483703" r:id="rId2"/>
  </p:sldLayoutIdLst>
  <p:hf hdr="0" dt="0"/>
  <p:txStyles>
    <p:titleStyle>
      <a:lvl1pPr algn="l" defTabSz="914400" rtl="0" eaLnBrk="1" latinLnBrk="0" hangingPunct="1">
        <a:lnSpc>
          <a:spcPct val="90000"/>
        </a:lnSpc>
        <a:spcBef>
          <a:spcPct val="0"/>
        </a:spcBef>
        <a:buNone/>
        <a:defRPr sz="2400" b="1" kern="1200">
          <a:solidFill>
            <a:schemeClr val="tx2"/>
          </a:solidFill>
          <a:latin typeface="+mj-lt"/>
          <a:ea typeface="+mj-ea"/>
          <a:cs typeface="+mj-cs"/>
        </a:defRPr>
      </a:lvl1pPr>
    </p:titleStyle>
    <p:bodyStyle>
      <a:lvl1pPr marL="0" marR="0" indent="0" algn="l" defTabSz="914400" rtl="0" eaLnBrk="1" fontAlgn="auto" latinLnBrk="0" hangingPunct="1">
        <a:lnSpc>
          <a:spcPct val="100000"/>
        </a:lnSpc>
        <a:spcBef>
          <a:spcPts val="0"/>
        </a:spcBef>
        <a:spcAft>
          <a:spcPts val="800"/>
        </a:spcAft>
        <a:buClrTx/>
        <a:buSzTx/>
        <a:buFont typeface="Arial" panose="020B0604020202020204" pitchFamily="34" charset="0"/>
        <a:buNone/>
        <a:tabLst/>
        <a:defRPr sz="2000" kern="1200">
          <a:solidFill>
            <a:schemeClr val="tx2"/>
          </a:solidFill>
          <a:latin typeface="+mn-lt"/>
          <a:ea typeface="+mn-ea"/>
          <a:cs typeface="+mn-cs"/>
        </a:defRPr>
      </a:lvl1pPr>
      <a:lvl2pPr marL="344488" indent="-342900" algn="l" defTabSz="914400" rtl="0" eaLnBrk="1" latinLnBrk="0" hangingPunct="1">
        <a:lnSpc>
          <a:spcPct val="100000"/>
        </a:lnSpc>
        <a:spcBef>
          <a:spcPts val="800"/>
        </a:spcBef>
        <a:spcAft>
          <a:spcPts val="800"/>
        </a:spcAft>
        <a:buClrTx/>
        <a:buFont typeface="Arial" panose="020B0604020202020204" pitchFamily="34" charset="0"/>
        <a:buChar char="•"/>
        <a:defRPr sz="2000" kern="1200">
          <a:solidFill>
            <a:schemeClr val="tx2"/>
          </a:solidFill>
          <a:latin typeface="+mn-lt"/>
          <a:ea typeface="+mn-ea"/>
          <a:cs typeface="+mn-cs"/>
        </a:defRPr>
      </a:lvl2pPr>
      <a:lvl3pPr marL="517525" indent="-285750" algn="l" defTabSz="914400" rtl="0" eaLnBrk="1" latinLnBrk="0" hangingPunct="1">
        <a:lnSpc>
          <a:spcPct val="100000"/>
        </a:lnSpc>
        <a:spcBef>
          <a:spcPts val="800"/>
        </a:spcBef>
        <a:spcAft>
          <a:spcPts val="800"/>
        </a:spcAft>
        <a:buFont typeface="Arial" panose="020B0604020202020204" pitchFamily="34" charset="0"/>
        <a:buChar char="•"/>
        <a:defRPr sz="1800" kern="1200">
          <a:solidFill>
            <a:schemeClr val="tx2"/>
          </a:solidFill>
          <a:latin typeface="+mn-lt"/>
          <a:ea typeface="+mn-ea"/>
          <a:cs typeface="+mn-cs"/>
        </a:defRPr>
      </a:lvl3pPr>
      <a:lvl4pPr marL="741363" indent="-285750" algn="l" defTabSz="914400" rtl="0" eaLnBrk="1" latinLnBrk="0" hangingPunct="1">
        <a:lnSpc>
          <a:spcPct val="100000"/>
        </a:lnSpc>
        <a:spcBef>
          <a:spcPts val="800"/>
        </a:spcBef>
        <a:spcAft>
          <a:spcPts val="800"/>
        </a:spcAft>
        <a:buFont typeface="Arial" panose="020B0604020202020204" pitchFamily="34" charset="0"/>
        <a:buChar char="•"/>
        <a:defRPr sz="1200" kern="1200">
          <a:solidFill>
            <a:schemeClr val="tx1"/>
          </a:solidFill>
          <a:latin typeface="+mn-lt"/>
          <a:ea typeface="+mn-ea"/>
          <a:cs typeface="+mn-cs"/>
        </a:defRPr>
      </a:lvl4pPr>
      <a:lvl5pPr marL="971550" indent="-285750" algn="l" defTabSz="914400" rtl="0" eaLnBrk="1" latinLnBrk="0" hangingPunct="1">
        <a:lnSpc>
          <a:spcPct val="100000"/>
        </a:lnSpc>
        <a:spcBef>
          <a:spcPts val="8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2" orient="horz" pos="192">
          <p15:clr>
            <a:srgbClr val="F26B43"/>
          </p15:clr>
        </p15:guide>
        <p15:guide id="6" pos="216">
          <p15:clr>
            <a:srgbClr val="F26B43"/>
          </p15:clr>
        </p15:guide>
        <p15:guide id="7" pos="5544">
          <p15:clr>
            <a:srgbClr val="F26B43"/>
          </p15:clr>
        </p15:guide>
        <p15:guide id="9" orient="horz" pos="4211">
          <p15:clr>
            <a:srgbClr val="F26B43"/>
          </p15:clr>
        </p15:guide>
        <p15:guide id="10" orient="horz" pos="624">
          <p15:clr>
            <a:srgbClr val="F26B43"/>
          </p15:clr>
        </p15:guide>
        <p15:guide id="11" orient="horz" pos="4104">
          <p15:clr>
            <a:srgbClr val="F26B43"/>
          </p15:clr>
        </p15:guide>
        <p15:guide id="12" orient="horz" pos="864">
          <p15:clr>
            <a:srgbClr val="F26B43"/>
          </p15:clr>
        </p15:guide>
        <p15:guide id="13" orient="horz" pos="360">
          <p15:clr>
            <a:srgbClr val="F26B43"/>
          </p15:clr>
        </p15:guide>
        <p15:guide id="14" orient="horz" pos="3936">
          <p15:clr>
            <a:srgbClr val="F26B43"/>
          </p15:clr>
        </p15:guide>
        <p15:guide id="15" pos="984">
          <p15:clr>
            <a:srgbClr val="F26B43"/>
          </p15:clr>
        </p15:guide>
        <p15:guide id="16" pos="5376">
          <p15:clr>
            <a:srgbClr val="F26B43"/>
          </p15:clr>
        </p15:guide>
        <p15:guide id="17" pos="264">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3.xml.rels><?xml version="1.0" encoding="UTF-8" standalone="yes"?>
<Relationships xmlns="http://schemas.openxmlformats.org/package/2006/relationships"><Relationship Id="rId3" Type="http://schemas.openxmlformats.org/officeDocument/2006/relationships/slide" Target="slide13.xml"/><Relationship Id="rId2" Type="http://schemas.openxmlformats.org/officeDocument/2006/relationships/image" Target="../media/image3.jpg"/><Relationship Id="rId1" Type="http://schemas.openxmlformats.org/officeDocument/2006/relationships/slideLayout" Target="../slideLayouts/slideLayout5.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slide" Target="slide14.xml"/><Relationship Id="rId2" Type="http://schemas.openxmlformats.org/officeDocument/2006/relationships/image" Target="../media/image4.jpg"/><Relationship Id="rId1" Type="http://schemas.openxmlformats.org/officeDocument/2006/relationships/slideLayout" Target="../slideLayouts/slideLayout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2" Type="http://schemas.openxmlformats.org/officeDocument/2006/relationships/slide" Target="slide3.xml"/><Relationship Id="rId1" Type="http://schemas.openxmlformats.org/officeDocument/2006/relationships/slideLayout" Target="../slideLayouts/slideLayout14.xml"/></Relationships>
</file>

<file path=ppt/slides/_rels/slide14.xml.rels><?xml version="1.0" encoding="UTF-8" standalone="yes"?>
<Relationships xmlns="http://schemas.openxmlformats.org/package/2006/relationships"><Relationship Id="rId2" Type="http://schemas.openxmlformats.org/officeDocument/2006/relationships/slide" Target="slide10.xml"/><Relationship Id="rId1" Type="http://schemas.openxmlformats.org/officeDocument/2006/relationships/slideLayout" Target="../slideLayouts/slideLayout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11">
            <a:extLst>
              <a:ext uri="{FF2B5EF4-FFF2-40B4-BE49-F238E27FC236}">
                <a16:creationId xmlns:a16="http://schemas.microsoft.com/office/drawing/2014/main" id="{F14C897A-4409-4F96-826A-7AE9F1281913}"/>
              </a:ext>
            </a:extLst>
          </p:cNvPr>
          <p:cNvSpPr>
            <a:spLocks noGrp="1"/>
          </p:cNvSpPr>
          <p:nvPr>
            <p:ph type="ctrTitle"/>
          </p:nvPr>
        </p:nvSpPr>
        <p:spPr/>
        <p:txBody>
          <a:bodyPr/>
          <a:lstStyle/>
          <a:p>
            <a:r>
              <a:rPr lang="en-US" noProof="0" dirty="0">
                <a:latin typeface="Times New Roman" panose="02020603050405020304" pitchFamily="18" charset="0"/>
                <a:cs typeface="Times New Roman" panose="02020603050405020304" pitchFamily="18" charset="0"/>
              </a:rPr>
              <a:t>Chapter 5</a:t>
            </a:r>
          </a:p>
        </p:txBody>
      </p:sp>
      <p:sp>
        <p:nvSpPr>
          <p:cNvPr id="13" name="Subtitle 12">
            <a:extLst>
              <a:ext uri="{FF2B5EF4-FFF2-40B4-BE49-F238E27FC236}">
                <a16:creationId xmlns:a16="http://schemas.microsoft.com/office/drawing/2014/main" id="{39DC5F79-D657-4B2E-8FAB-C143E5618948}"/>
              </a:ext>
            </a:extLst>
          </p:cNvPr>
          <p:cNvSpPr>
            <a:spLocks noGrp="1"/>
          </p:cNvSpPr>
          <p:nvPr>
            <p:ph type="subTitle" idx="1"/>
          </p:nvPr>
        </p:nvSpPr>
        <p:spPr/>
        <p:txBody>
          <a:bodyPr/>
          <a:lstStyle/>
          <a:p>
            <a:r>
              <a:rPr lang="en-US" noProof="0" dirty="0">
                <a:latin typeface="Times New Roman" panose="02020603050405020304" pitchFamily="18" charset="0"/>
                <a:cs typeface="Times New Roman" panose="02020603050405020304" pitchFamily="18" charset="0"/>
              </a:rPr>
              <a:t>Human Aspects of Software Engineering</a:t>
            </a:r>
          </a:p>
        </p:txBody>
      </p:sp>
      <p:sp>
        <p:nvSpPr>
          <p:cNvPr id="14" name="Text Placeholder 13">
            <a:extLst>
              <a:ext uri="{FF2B5EF4-FFF2-40B4-BE49-F238E27FC236}">
                <a16:creationId xmlns:a16="http://schemas.microsoft.com/office/drawing/2014/main" id="{A59F268B-4D44-410E-9686-AEB4FDBAB432}"/>
              </a:ext>
            </a:extLst>
          </p:cNvPr>
          <p:cNvSpPr>
            <a:spLocks noGrp="1"/>
          </p:cNvSpPr>
          <p:nvPr>
            <p:ph type="body" sz="quarter" idx="10"/>
          </p:nvPr>
        </p:nvSpPr>
        <p:spPr/>
        <p:txBody>
          <a:bodyPr/>
          <a:lstStyle/>
          <a:p>
            <a:r>
              <a:rPr lang="en-US" noProof="0" dirty="0">
                <a:latin typeface="Times New Roman" panose="02020603050405020304" pitchFamily="18" charset="0"/>
                <a:cs typeface="Times New Roman" panose="02020603050405020304" pitchFamily="18" charset="0"/>
              </a:rPr>
              <a:t>Part One - The Software Process</a:t>
            </a:r>
          </a:p>
        </p:txBody>
      </p:sp>
      <p:sp>
        <p:nvSpPr>
          <p:cNvPr id="6" name="Footer Placeholder 5">
            <a:extLst>
              <a:ext uri="{FF2B5EF4-FFF2-40B4-BE49-F238E27FC236}">
                <a16:creationId xmlns:a16="http://schemas.microsoft.com/office/drawing/2014/main" id="{5075BF32-B42F-470F-B1EE-DD2931D140AA}"/>
              </a:ext>
            </a:extLst>
          </p:cNvPr>
          <p:cNvSpPr>
            <a:spLocks noGrp="1"/>
          </p:cNvSpPr>
          <p:nvPr>
            <p:ph type="ftr" sz="quarter" idx="12"/>
          </p:nvPr>
        </p:nvSpPr>
        <p:spPr>
          <a:xfrm>
            <a:off x="0" y="6478439"/>
            <a:ext cx="9144000" cy="379562"/>
          </a:xfrm>
        </p:spPr>
        <p:txBody>
          <a:bodyPr/>
          <a:lstStyle/>
          <a:p>
            <a:pPr defTabSz="457200">
              <a:spcBef>
                <a:spcPct val="20000"/>
              </a:spcBef>
              <a:defRPr/>
            </a:pPr>
            <a:r>
              <a:rPr lang="en-US" dirty="0">
                <a:latin typeface="Times New Roman" panose="02020603050405020304" pitchFamily="18" charset="0"/>
                <a:cs typeface="Times New Roman" panose="02020603050405020304" pitchFamily="18" charset="0"/>
              </a:rPr>
              <a:t>© 2020 McGraw Hill. All rights reserved. Authorized only for instructor use in the classroom.</a:t>
            </a:r>
          </a:p>
          <a:p>
            <a:pPr defTabSz="457200">
              <a:spcBef>
                <a:spcPct val="20000"/>
              </a:spcBef>
              <a:defRPr/>
            </a:pPr>
            <a:r>
              <a:rPr lang="en-US" dirty="0">
                <a:latin typeface="Times New Roman" panose="02020603050405020304" pitchFamily="18" charset="0"/>
                <a:cs typeface="Times New Roman" panose="02020603050405020304" pitchFamily="18" charset="0"/>
              </a:rPr>
              <a:t>No reproduction or further distribution permitted without the prior written consent of McGraw Hill.</a:t>
            </a:r>
          </a:p>
        </p:txBody>
      </p:sp>
      <p:pic>
        <p:nvPicPr>
          <p:cNvPr id="4" name="Picture Placeholder 3" descr="Software Engineering-A Practitioner's Approach, 9e by Roger S. Pressman and Bruce R. Maxim">
            <a:extLst>
              <a:ext uri="{FF2B5EF4-FFF2-40B4-BE49-F238E27FC236}">
                <a16:creationId xmlns:a16="http://schemas.microsoft.com/office/drawing/2014/main" id="{F931430B-C7B5-4B32-83F1-F94512FA5900}"/>
              </a:ext>
            </a:extLst>
          </p:cNvPr>
          <p:cNvPicPr>
            <a:picLocks noGrp="1" noChangeAspect="1"/>
          </p:cNvPicPr>
          <p:nvPr>
            <p:ph type="pic" sz="quarter" idx="11"/>
          </p:nvPr>
        </p:nvPicPr>
        <p:blipFill>
          <a:blip r:embed="rId2">
            <a:extLst>
              <a:ext uri="{28A0092B-C50C-407E-A947-70E740481C1C}">
                <a14:useLocalDpi xmlns:a14="http://schemas.microsoft.com/office/drawing/2010/main" val="0"/>
              </a:ext>
            </a:extLst>
          </a:blip>
          <a:srcRect t="2502" b="2502"/>
          <a:stretch>
            <a:fillRect/>
          </a:stretch>
        </p:blipFill>
        <p:spPr>
          <a:xfrm>
            <a:off x="4438835" y="1175021"/>
            <a:ext cx="4229100" cy="4976453"/>
          </a:xfrm>
        </p:spPr>
      </p:pic>
    </p:spTree>
    <p:extLst>
      <p:ext uri="{BB962C8B-B14F-4D97-AF65-F5344CB8AC3E}">
        <p14:creationId xmlns:p14="http://schemas.microsoft.com/office/powerpoint/2010/main" val="10648926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335646"/>
            <a:ext cx="8458200" cy="616919"/>
          </a:xfrm>
        </p:spPr>
        <p:txBody>
          <a:bodyPr>
            <a:noAutofit/>
          </a:bodyPr>
          <a:lstStyle/>
          <a:p>
            <a:r>
              <a:rPr lang="en-US" sz="3600" noProof="0" dirty="0">
                <a:latin typeface="Times New Roman" panose="02020603050405020304" pitchFamily="18" charset="0"/>
                <a:cs typeface="Times New Roman" panose="02020603050405020304" pitchFamily="18" charset="0"/>
              </a:rPr>
              <a:t>Traits of Successful Software Engineers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53274"/>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individual responsibility.</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Acutely aware of the needs of team members and stakeholders.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Brutally honest about design flaws and offers constructive criticism.</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Resilient under pressure.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Heightened sense of fairness.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Attention to detail.</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Pragmatic adapting software engineering practices based on the circumstances at hand.</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3275805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noProof="0" dirty="0">
                <a:latin typeface="Times New Roman" panose="02020603050405020304" pitchFamily="18" charset="0"/>
                <a:cs typeface="Times New Roman" panose="02020603050405020304" pitchFamily="18" charset="0"/>
              </a:rPr>
              <a:t>Behavior Model for Software Engineering</a:t>
            </a:r>
          </a:p>
        </p:txBody>
      </p:sp>
      <p:pic>
        <p:nvPicPr>
          <p:cNvPr id="5" name="Picture 4" descr="A diagram shows a behavior model for software engineering which starts with a problem and ends with a software. ">
            <a:extLst>
              <a:ext uri="{FF2B5EF4-FFF2-40B4-BE49-F238E27FC236}">
                <a16:creationId xmlns:a16="http://schemas.microsoft.com/office/drawing/2014/main" id="{52A68BD4-0C22-4062-BCEB-40BD9AE30192}"/>
              </a:ext>
            </a:extLst>
          </p:cNvPr>
          <p:cNvPicPr>
            <a:picLocks noChangeAspect="1"/>
          </p:cNvPicPr>
          <p:nvPr/>
        </p:nvPicPr>
        <p:blipFill rotWithShape="1">
          <a:blip r:embed="rId2">
            <a:extLst>
              <a:ext uri="{28A0092B-C50C-407E-A947-70E740481C1C}">
                <a14:useLocalDpi xmlns:a14="http://schemas.microsoft.com/office/drawing/2010/main" val="0"/>
              </a:ext>
            </a:extLst>
          </a:blip>
          <a:srcRect b="4743"/>
          <a:stretch/>
        </p:blipFill>
        <p:spPr>
          <a:xfrm>
            <a:off x="2517704" y="1201336"/>
            <a:ext cx="4108592" cy="4240201"/>
          </a:xfrm>
          <a:prstGeom prst="rect">
            <a:avLst/>
          </a:prstGeom>
        </p:spPr>
      </p:pic>
      <p:sp>
        <p:nvSpPr>
          <p:cNvPr id="4" name="Content Placeholder 3">
            <a:extLst>
              <a:ext uri="{FF2B5EF4-FFF2-40B4-BE49-F238E27FC236}">
                <a16:creationId xmlns:a16="http://schemas.microsoft.com/office/drawing/2014/main" id="{CDAF2AD4-DA7F-4991-BEB3-BA44C0638715}"/>
              </a:ext>
            </a:extLst>
          </p:cNvPr>
          <p:cNvSpPr>
            <a:spLocks noGrp="1"/>
          </p:cNvSpPr>
          <p:nvPr>
            <p:ph sz="quarter" idx="11"/>
          </p:nvPr>
        </p:nvSpPr>
        <p:spPr>
          <a:xfrm>
            <a:off x="342900" y="5509688"/>
            <a:ext cx="8458200" cy="678611"/>
          </a:xfrm>
        </p:spPr>
        <p:txBody>
          <a:bodyPr>
            <a:normAutofit/>
          </a:bodyPr>
          <a:lstStyle/>
          <a:p>
            <a:r>
              <a:rPr lang="en-US" sz="1600" noProof="0" dirty="0">
                <a:latin typeface="Times New Roman" panose="02020603050405020304" pitchFamily="18" charset="0"/>
                <a:cs typeface="Times New Roman" panose="02020603050405020304" pitchFamily="18" charset="0"/>
              </a:rPr>
              <a:t>Source: Adapted from Curtis, Bill, and Walz, Diane, “The Psychology of Programming in the Large: Team and Organizational Behavior,” Psychology of Programming, Academic Press, 19</a:t>
            </a:r>
            <a:r>
              <a:rPr lang="en-US" sz="100" noProof="0" dirty="0">
                <a:latin typeface="Times New Roman" panose="02020603050405020304" pitchFamily="18" charset="0"/>
                <a:cs typeface="Times New Roman" panose="02020603050405020304" pitchFamily="18" charset="0"/>
              </a:rPr>
              <a:t> </a:t>
            </a:r>
            <a:r>
              <a:rPr lang="en-US" sz="1600" noProof="0" dirty="0">
                <a:latin typeface="Times New Roman" panose="02020603050405020304" pitchFamily="18" charset="0"/>
                <a:cs typeface="Times New Roman" panose="02020603050405020304" pitchFamily="18" charset="0"/>
              </a:rPr>
              <a:t>90.</a:t>
            </a:r>
          </a:p>
        </p:txBody>
      </p:sp>
      <p:sp>
        <p:nvSpPr>
          <p:cNvPr id="6" name="Text Placeholder 5">
            <a:extLst>
              <a:ext uri="{FF2B5EF4-FFF2-40B4-BE49-F238E27FC236}">
                <a16:creationId xmlns:a16="http://schemas.microsoft.com/office/drawing/2014/main" id="{CFC2ABD2-C8B7-431C-8AA1-F13BD668EB02}"/>
              </a:ext>
            </a:extLst>
          </p:cNvPr>
          <p:cNvSpPr>
            <a:spLocks noGrp="1"/>
          </p:cNvSpPr>
          <p:nvPr>
            <p:ph type="body" sz="quarter" idx="12"/>
          </p:nvPr>
        </p:nvSpPr>
        <p:spPr>
          <a:xfrm>
            <a:off x="3113978" y="6324600"/>
            <a:ext cx="2916043" cy="228600"/>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67785930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Effective Software Team Attributes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61820"/>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purpose.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involvement.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trust.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Sense of improvement.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Diversity of team member skill sets.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6338468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Symptoms of Team Toxicity</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79320"/>
            <a:ext cx="8458200" cy="4688694"/>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A frenzied work atmosphere where team members waste energy and lose focus on work objectives.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High frustration that causes friction among team members.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Fragmented or poorly coordinated software process model that becomes a roadblock to accomplishment.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Unclear definition of team roles resulting in a lack of accountability and resultant finger-pointing.</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Continuous and repeated exposure to failure that leads to a loss of confidence and poor morale.</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5</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92629051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Autofit/>
          </a:bodyPr>
          <a:lstStyle/>
          <a:p>
            <a:r>
              <a:rPr lang="en-US" sz="3600" noProof="0" dirty="0">
                <a:latin typeface="Times New Roman" panose="02020603050405020304" pitchFamily="18" charset="0"/>
                <a:cs typeface="Times New Roman" panose="02020603050405020304" pitchFamily="18" charset="0"/>
              </a:rPr>
              <a:t>Project Factors Affecting Team Structure</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178912"/>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Difficulty of the problem to be solved.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Resultant program size in lines of code or function points.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Time that the team will stay together (team lifetime).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Degree to which the problem can be modularized.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Required quality and reliability of the system to be built.</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Rigidity of the delivery date.</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Degree of communication required for the project.</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6</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8496669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Agile Teams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76710"/>
            <a:ext cx="8458200" cy="2782542"/>
          </a:xfrm>
        </p:spPr>
        <p:txBody>
          <a:bodyPr vert="horz" lIns="91440" tIns="45720" rIns="91440" bIns="45720" rtlCol="0">
            <a:noAutofit/>
          </a:bodyPr>
          <a:lstStyle/>
          <a:p>
            <a:pPr>
              <a:defRPr/>
            </a:pPr>
            <a:r>
              <a:rPr lang="en-US" sz="2400" noProof="0" dirty="0">
                <a:latin typeface="Times New Roman" panose="02020603050405020304" pitchFamily="18" charset="0"/>
                <a:cs typeface="Times New Roman" panose="02020603050405020304" pitchFamily="18" charset="0"/>
              </a:rPr>
              <a:t>Stress individual competency coupled with group collaboration as critical success factors.</a:t>
            </a:r>
          </a:p>
          <a:p>
            <a:pPr>
              <a:defRPr/>
            </a:pPr>
            <a:r>
              <a:rPr lang="en-US" sz="2400" noProof="0" dirty="0">
                <a:latin typeface="Times New Roman" panose="02020603050405020304" pitchFamily="18" charset="0"/>
                <a:cs typeface="Times New Roman" panose="02020603050405020304" pitchFamily="18" charset="0"/>
              </a:rPr>
              <a:t>People trump process and politics can trump people.</a:t>
            </a:r>
          </a:p>
          <a:p>
            <a:pPr>
              <a:defRPr/>
            </a:pPr>
            <a:r>
              <a:rPr lang="en-US" sz="2400" noProof="0" dirty="0">
                <a:latin typeface="Times New Roman" panose="02020603050405020304" pitchFamily="18" charset="0"/>
                <a:cs typeface="Times New Roman" panose="02020603050405020304" pitchFamily="18" charset="0"/>
              </a:rPr>
              <a:t>Agile teams as self-organizing and have many structures.</a:t>
            </a:r>
          </a:p>
          <a:p>
            <a:pPr marL="291600" lvl="3" indent="-291600">
              <a:spcBef>
                <a:spcPts val="1000"/>
              </a:spcBef>
              <a:spcAft>
                <a:spcPts val="0"/>
              </a:spcAft>
              <a:defRPr/>
            </a:pPr>
            <a:r>
              <a:rPr lang="en-US" sz="2000" noProof="0" dirty="0">
                <a:latin typeface="Times New Roman" panose="02020603050405020304" pitchFamily="18" charset="0"/>
                <a:cs typeface="Times New Roman" panose="02020603050405020304" pitchFamily="18" charset="0"/>
              </a:rPr>
              <a:t>Adaptive team structures.</a:t>
            </a:r>
          </a:p>
          <a:p>
            <a:pPr marL="291600" lvl="3" indent="-291600">
              <a:spcBef>
                <a:spcPts val="1000"/>
              </a:spcBef>
              <a:spcAft>
                <a:spcPts val="0"/>
              </a:spcAft>
              <a:defRPr/>
            </a:pPr>
            <a:r>
              <a:rPr lang="en-US" sz="2000" noProof="0" dirty="0">
                <a:latin typeface="Times New Roman" panose="02020603050405020304" pitchFamily="18" charset="0"/>
                <a:cs typeface="Times New Roman" panose="02020603050405020304" pitchFamily="18" charset="0"/>
              </a:rPr>
              <a:t>Significant autonomy.</a:t>
            </a:r>
          </a:p>
        </p:txBody>
      </p:sp>
      <p:sp>
        <p:nvSpPr>
          <p:cNvPr id="9" name="Content Placeholder 8"/>
          <p:cNvSpPr>
            <a:spLocks noGrp="1"/>
          </p:cNvSpPr>
          <p:nvPr>
            <p:ph sz="quarter" idx="14"/>
          </p:nvPr>
        </p:nvSpPr>
        <p:spPr>
          <a:xfrm>
            <a:off x="342900" y="4101979"/>
            <a:ext cx="8458200" cy="1734799"/>
          </a:xfrm>
        </p:spPr>
        <p:txBody>
          <a:bodyPr>
            <a:normAutofit/>
          </a:bodyPr>
          <a:lstStyle/>
          <a:p>
            <a:pPr>
              <a:defRPr/>
            </a:pPr>
            <a:r>
              <a:rPr lang="en-US" sz="2400" noProof="0" dirty="0">
                <a:latin typeface="Times New Roman" panose="02020603050405020304" pitchFamily="18" charset="0"/>
                <a:cs typeface="Times New Roman" panose="02020603050405020304" pitchFamily="18" charset="0"/>
              </a:rPr>
              <a:t>Communication among developers and stakeholders is important (consider adding customer rep to team).</a:t>
            </a:r>
          </a:p>
          <a:p>
            <a:pPr>
              <a:defRPr/>
            </a:pPr>
            <a:r>
              <a:rPr lang="en-US" sz="2400" noProof="0" dirty="0">
                <a:latin typeface="Times New Roman" panose="02020603050405020304" pitchFamily="18" charset="0"/>
                <a:cs typeface="Times New Roman" panose="02020603050405020304" pitchFamily="18" charset="0"/>
              </a:rPr>
              <a:t>Planning is kept to a minimum and  constrained only by business requirements and organizational standards.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7</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00615716"/>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Impact of Social Media</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90009"/>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Social processes around software development are  </a:t>
            </a:r>
            <a:r>
              <a:rPr lang="en-US" sz="2400" noProof="0">
                <a:latin typeface="Times New Roman" panose="02020603050405020304" pitchFamily="18" charset="0"/>
                <a:cs typeface="Times New Roman" panose="02020603050405020304" pitchFamily="18" charset="0"/>
              </a:rPr>
              <a:t>highly depend</a:t>
            </a:r>
            <a:r>
              <a:rPr lang="en-US" altLang="zh-CN" sz="2400" noProof="0">
                <a:latin typeface="Times New Roman" panose="02020603050405020304" pitchFamily="18" charset="0"/>
                <a:cs typeface="Times New Roman" panose="02020603050405020304" pitchFamily="18" charset="0"/>
              </a:rPr>
              <a:t>ent</a:t>
            </a:r>
            <a:r>
              <a:rPr lang="en-US" sz="2400" noProof="0">
                <a:latin typeface="Times New Roman" panose="02020603050405020304" pitchFamily="18" charset="0"/>
                <a:cs typeface="Times New Roman" panose="02020603050405020304" pitchFamily="18" charset="0"/>
              </a:rPr>
              <a:t> </a:t>
            </a:r>
            <a:r>
              <a:rPr lang="en-US" sz="2400" noProof="0" dirty="0">
                <a:latin typeface="Times New Roman" panose="02020603050405020304" pitchFamily="18" charset="0"/>
                <a:cs typeface="Times New Roman" panose="02020603050405020304" pitchFamily="18" charset="0"/>
              </a:rPr>
              <a:t>on engineers’ abilities to connect with individuals who share similar goals and complementary skills.</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Value of social networking tools grows as team size increases or when a team is geographically dispersed.</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Privacy and security issues should not be overlooked when using social media for software engineering work.</a:t>
            </a:r>
          </a:p>
          <a:p>
            <a:pPr marL="291600" indent="-291600">
              <a:spcBef>
                <a:spcPts val="1000"/>
              </a:spcBef>
              <a:spcAft>
                <a:spcPts val="0"/>
              </a:spcAft>
              <a:buFont typeface="Arial" panose="020B0604020202020204" pitchFamily="34" charset="0"/>
              <a:buChar char="•"/>
            </a:pPr>
            <a:r>
              <a:rPr lang="en-US" sz="2400" noProof="0" dirty="0">
                <a:latin typeface="Times New Roman" panose="02020603050405020304" pitchFamily="18" charset="0"/>
                <a:cs typeface="Times New Roman" panose="02020603050405020304" pitchFamily="18" charset="0"/>
              </a:rPr>
              <a:t>Benefits of social media must be weighed against the threat of uncontrolled disclosure of proprietary information.</a:t>
            </a:r>
            <a:endParaRPr lang="en-US" altLang="en-US" sz="24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8</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1299789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p:txBody>
          <a:bodyPr>
            <a:normAutofit/>
          </a:bodyPr>
          <a:lstStyle/>
          <a:p>
            <a:r>
              <a:rPr lang="en-US" sz="4000" noProof="0" dirty="0">
                <a:latin typeface="Times New Roman" panose="02020603050405020304" pitchFamily="18" charset="0"/>
                <a:cs typeface="Times New Roman" panose="02020603050405020304" pitchFamily="18" charset="0"/>
              </a:rPr>
              <a:t>Team Decision Making Complications</a:t>
            </a:r>
          </a:p>
        </p:txBody>
      </p:sp>
      <p:sp>
        <p:nvSpPr>
          <p:cNvPr id="4" name="Content Placeholder 3">
            <a:extLst>
              <a:ext uri="{FF2B5EF4-FFF2-40B4-BE49-F238E27FC236}">
                <a16:creationId xmlns:a16="http://schemas.microsoft.com/office/drawing/2014/main" id="{F11F9857-6496-490D-8EF4-49E16A203194}"/>
              </a:ext>
            </a:extLst>
          </p:cNvPr>
          <p:cNvSpPr>
            <a:spLocks noGrp="1"/>
          </p:cNvSpPr>
          <p:nvPr>
            <p:ph sz="quarter" idx="11"/>
          </p:nvPr>
        </p:nvSpPr>
        <p:spPr>
          <a:xfrm>
            <a:off x="342900" y="1298555"/>
            <a:ext cx="8458200" cy="4714740"/>
          </a:xfrm>
        </p:spPr>
        <p:txBody>
          <a:bodyPr vert="horz" lIns="91440" tIns="45720" rIns="91440" bIns="45720" rtlCol="0">
            <a:noAutofit/>
          </a:bodyPr>
          <a:lstStyle/>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Problem complexity.</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Uncertainty and risk associated with the decision.</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Work associated with decision has unintended effect on another project object (law of unintended consequences).</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Different views of the problem lead to different conclusions about the way forward.</a:t>
            </a:r>
          </a:p>
          <a:p>
            <a:pPr marL="291600" indent="-291600">
              <a:spcBef>
                <a:spcPts val="1000"/>
              </a:spcBef>
              <a:spcAft>
                <a:spcPts val="0"/>
              </a:spcAft>
              <a:buFont typeface="Arial" panose="020B0604020202020204" pitchFamily="34" charset="0"/>
              <a:buChar char="•"/>
            </a:pPr>
            <a:r>
              <a:rPr lang="en-US" altLang="en-US" sz="2400" noProof="0" dirty="0">
                <a:latin typeface="Times New Roman" panose="02020603050405020304" pitchFamily="18" charset="0"/>
                <a:cs typeface="Times New Roman" panose="02020603050405020304" pitchFamily="18" charset="0"/>
              </a:rPr>
              <a:t>Global software teams face additional challenges associated with collaboration, coordination, and communication difficulties.</a:t>
            </a: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9</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06227402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F7D065-69D6-43BD-8F16-1ED37377658A}"/>
              </a:ext>
            </a:extLst>
          </p:cNvPr>
          <p:cNvSpPr>
            <a:spLocks noGrp="1"/>
          </p:cNvSpPr>
          <p:nvPr>
            <p:ph type="title"/>
          </p:nvPr>
        </p:nvSpPr>
        <p:spPr>
          <a:xfrm>
            <a:off x="342900" y="147328"/>
            <a:ext cx="8458200" cy="993554"/>
          </a:xfrm>
        </p:spPr>
        <p:txBody>
          <a:bodyPr>
            <a:noAutofit/>
          </a:bodyPr>
          <a:lstStyle/>
          <a:p>
            <a:r>
              <a:rPr lang="en-US" sz="3600" noProof="0" dirty="0">
                <a:latin typeface="Times New Roman" panose="02020603050405020304" pitchFamily="18" charset="0"/>
                <a:cs typeface="Times New Roman" panose="02020603050405020304" pitchFamily="18" charset="0"/>
              </a:rPr>
              <a:t>Factors Affecting Global Software Development Teams</a:t>
            </a:r>
          </a:p>
        </p:txBody>
      </p:sp>
      <p:pic>
        <p:nvPicPr>
          <p:cNvPr id="6" name="Picture 5" descr="A diagram shows factors like distance, barriers and communication among others which affect global software development teams. ">
            <a:extLst>
              <a:ext uri="{FF2B5EF4-FFF2-40B4-BE49-F238E27FC236}">
                <a16:creationId xmlns:a16="http://schemas.microsoft.com/office/drawing/2014/main" id="{FB3EC514-0187-458D-9142-18D2CB1D88BD}"/>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672099" y="1338406"/>
            <a:ext cx="7816580" cy="4315412"/>
          </a:xfrm>
          <a:prstGeom prst="rect">
            <a:avLst/>
          </a:prstGeom>
        </p:spPr>
      </p:pic>
      <p:sp>
        <p:nvSpPr>
          <p:cNvPr id="7" name="Text Placeholder 6">
            <a:extLst>
              <a:ext uri="{FF2B5EF4-FFF2-40B4-BE49-F238E27FC236}">
                <a16:creationId xmlns:a16="http://schemas.microsoft.com/office/drawing/2014/main" id="{432969D9-AE7A-43AF-A580-6EB7DBE5BB8D}"/>
              </a:ext>
            </a:extLst>
          </p:cNvPr>
          <p:cNvSpPr>
            <a:spLocks noGrp="1"/>
          </p:cNvSpPr>
          <p:nvPr>
            <p:ph type="body" sz="quarter" idx="12"/>
          </p:nvPr>
        </p:nvSpPr>
        <p:spPr>
          <a:xfrm>
            <a:off x="3127403" y="6324599"/>
            <a:ext cx="2889193" cy="218243"/>
          </a:xfrm>
        </p:spPr>
        <p:txBody>
          <a:bodyPr/>
          <a:lstStyle/>
          <a:p>
            <a:r>
              <a:rPr lang="en-US" sz="1200" noProof="0" dirty="0">
                <a:latin typeface="Times New Roman" panose="02020603050405020304" pitchFamily="18" charset="0"/>
                <a:cs typeface="Times New Roman" panose="02020603050405020304" pitchFamily="18" charset="0"/>
                <a:hlinkClick r:id="rId3" action="ppaction://hlinksldjump"/>
              </a:rPr>
              <a:t>Access the text alternative for slide images.</a:t>
            </a:r>
            <a:endParaRPr lang="en-US" sz="1200" noProof="0" dirty="0">
              <a:latin typeface="Times New Roman" panose="02020603050405020304" pitchFamily="18" charset="0"/>
              <a:cs typeface="Times New Roman" panose="02020603050405020304" pitchFamily="18" charset="0"/>
            </a:endParaRPr>
          </a:p>
        </p:txBody>
      </p:sp>
      <p:sp>
        <p:nvSpPr>
          <p:cNvPr id="3" name="Slide Number Placeholder 2">
            <a:extLst>
              <a:ext uri="{FF2B5EF4-FFF2-40B4-BE49-F238E27FC236}">
                <a16:creationId xmlns:a16="http://schemas.microsoft.com/office/drawing/2014/main" id="{2D4782CA-4060-4792-BD56-58A66C68CB55}"/>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10</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255071902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hidden="1">
            <a:extLst>
              <a:ext uri="{FF2B5EF4-FFF2-40B4-BE49-F238E27FC236}">
                <a16:creationId xmlns:a16="http://schemas.microsoft.com/office/drawing/2014/main" id="{6F92C4D4-C867-4E2F-BF62-33A518B42728}"/>
              </a:ext>
            </a:extLst>
          </p:cNvPr>
          <p:cNvSpPr>
            <a:spLocks noGrp="1"/>
          </p:cNvSpPr>
          <p:nvPr>
            <p:ph type="title"/>
          </p:nvPr>
        </p:nvSpPr>
        <p:spPr/>
        <p:txBody>
          <a:bodyPr/>
          <a:lstStyle/>
          <a:p>
            <a:r>
              <a:rPr lang="en-US" noProof="0" dirty="0"/>
              <a:t>End of Main Content</a:t>
            </a:r>
          </a:p>
        </p:txBody>
      </p:sp>
      <p:sp>
        <p:nvSpPr>
          <p:cNvPr id="3" name="Footer Placeholder 2">
            <a:extLst>
              <a:ext uri="{FF2B5EF4-FFF2-40B4-BE49-F238E27FC236}">
                <a16:creationId xmlns:a16="http://schemas.microsoft.com/office/drawing/2014/main" id="{D630F02A-B1AC-4A6F-B7C6-6A288F03C29B}"/>
              </a:ext>
            </a:extLst>
          </p:cNvPr>
          <p:cNvSpPr>
            <a:spLocks noGrp="1"/>
          </p:cNvSpPr>
          <p:nvPr>
            <p:ph type="ftr" sz="quarter" idx="10"/>
          </p:nvPr>
        </p:nvSpPr>
        <p:spPr/>
        <p:txBody>
          <a:bodyPr/>
          <a:lstStyle/>
          <a:p>
            <a:pPr lvl="0"/>
            <a:r>
              <a:rPr lang="en-US" dirty="0"/>
              <a:t>© 2020 McGraw-Hill Education. All rights reserved. Authorized only for instructor use in the classroom.</a:t>
            </a:r>
          </a:p>
          <a:p>
            <a:pPr lvl="0"/>
            <a:r>
              <a:rPr lang="en-US" dirty="0"/>
              <a:t>No reproduction or further distribution permitted without the prior written consent of McGraw-Hill Education.</a:t>
            </a:r>
          </a:p>
        </p:txBody>
      </p:sp>
    </p:spTree>
    <p:extLst>
      <p:ext uri="{BB962C8B-B14F-4D97-AF65-F5344CB8AC3E}">
        <p14:creationId xmlns:p14="http://schemas.microsoft.com/office/powerpoint/2010/main" val="10804844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E0B6140-A63B-4D20-A758-54BAF6E00ACE}"/>
              </a:ext>
            </a:extLst>
          </p:cNvPr>
          <p:cNvSpPr>
            <a:spLocks noGrp="1"/>
          </p:cNvSpPr>
          <p:nvPr>
            <p:ph type="title"/>
          </p:nvPr>
        </p:nvSpPr>
        <p:spPr/>
        <p:txBody>
          <a:bodyPr/>
          <a:lstStyle/>
          <a:p>
            <a:r>
              <a:rPr lang="en-US" noProof="0" dirty="0">
                <a:latin typeface="Times New Roman" panose="02020603050405020304" pitchFamily="18" charset="0"/>
                <a:cs typeface="Times New Roman" panose="02020603050405020304" pitchFamily="18" charset="0"/>
              </a:rPr>
              <a:t>Accessibility Content: Text Alternatives for Images</a:t>
            </a:r>
          </a:p>
        </p:txBody>
      </p:sp>
      <p:sp>
        <p:nvSpPr>
          <p:cNvPr id="3" name="Slide Number Placeholder 2">
            <a:extLst>
              <a:ext uri="{FF2B5EF4-FFF2-40B4-BE49-F238E27FC236}">
                <a16:creationId xmlns:a16="http://schemas.microsoft.com/office/drawing/2014/main" id="{9665C4E0-2E36-443B-B4C4-06FC04FDC35C}"/>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pPr/>
              <a:t>12</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4501654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70869"/>
            <a:ext cx="8458200" cy="746472"/>
          </a:xfrm>
        </p:spPr>
        <p:txBody>
          <a:bodyPr>
            <a:noAutofit/>
          </a:bodyPr>
          <a:lstStyle/>
          <a:p>
            <a:r>
              <a:rPr lang="en-US" sz="3200" noProof="0" dirty="0">
                <a:latin typeface="Times New Roman" panose="02020603050405020304" pitchFamily="18" charset="0"/>
                <a:cs typeface="Times New Roman" panose="02020603050405020304" pitchFamily="18" charset="0"/>
              </a:rPr>
              <a:t>Behavior Model for Software Engineering </a:t>
            </a:r>
            <a:r>
              <a:rPr lang="en-US" sz="3000" noProof="0" dirty="0">
                <a:latin typeface="Times New Roman" panose="02020603050405020304" pitchFamily="18" charset="0"/>
                <a:cs typeface="Times New Roman" panose="02020603050405020304" pitchFamily="18" charset="0"/>
              </a:rPr>
              <a:t>–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the behavior model for software engineering. The model levels from bottom to top are: individual, team, project, company, and business milieu. A problem is introduced to an individual results as a software after passing all the levels. Individual level consists of  cognition and motivation. Project and team have group dynamics. The company and business milieu are within the organizational behavior.</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13</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572529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4BD4DC-B29D-4077-A952-3D6776ED8ABC}"/>
              </a:ext>
            </a:extLst>
          </p:cNvPr>
          <p:cNvSpPr>
            <a:spLocks noGrp="1"/>
          </p:cNvSpPr>
          <p:nvPr>
            <p:ph type="title"/>
          </p:nvPr>
        </p:nvSpPr>
        <p:spPr>
          <a:xfrm>
            <a:off x="342900" y="270869"/>
            <a:ext cx="8458200" cy="746472"/>
          </a:xfrm>
        </p:spPr>
        <p:txBody>
          <a:bodyPr>
            <a:noAutofit/>
          </a:bodyPr>
          <a:lstStyle/>
          <a:p>
            <a:r>
              <a:rPr lang="en-US" sz="3000" noProof="0" dirty="0">
                <a:latin typeface="Times New Roman" panose="02020603050405020304" pitchFamily="18" charset="0"/>
                <a:cs typeface="Times New Roman" panose="02020603050405020304" pitchFamily="18" charset="0"/>
              </a:rPr>
              <a:t>Factors Affecting Global Software Development Teams – Text Alternative</a:t>
            </a:r>
          </a:p>
        </p:txBody>
      </p:sp>
      <p:sp>
        <p:nvSpPr>
          <p:cNvPr id="3" name="Text Placeholder 2">
            <a:extLst>
              <a:ext uri="{FF2B5EF4-FFF2-40B4-BE49-F238E27FC236}">
                <a16:creationId xmlns:a16="http://schemas.microsoft.com/office/drawing/2014/main" id="{D25C41FC-4A63-4805-8E6E-36C2F99BE993}"/>
              </a:ext>
            </a:extLst>
          </p:cNvPr>
          <p:cNvSpPr>
            <a:spLocks noGrp="1"/>
          </p:cNvSpPr>
          <p:nvPr>
            <p:ph type="body" sz="quarter" idx="14"/>
          </p:nvPr>
        </p:nvSpPr>
        <p:spPr/>
        <p:txBody>
          <a:bodyPr/>
          <a:lstStyle/>
          <a:p>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4" name="Content Placeholder 3">
            <a:extLst>
              <a:ext uri="{FF2B5EF4-FFF2-40B4-BE49-F238E27FC236}">
                <a16:creationId xmlns:a16="http://schemas.microsoft.com/office/drawing/2014/main" id="{682B4685-AFF6-4664-AF0E-CBEF4179CF57}"/>
              </a:ext>
            </a:extLst>
          </p:cNvPr>
          <p:cNvSpPr>
            <a:spLocks noGrp="1"/>
          </p:cNvSpPr>
          <p:nvPr>
            <p:ph sz="quarter" idx="11"/>
          </p:nvPr>
        </p:nvSpPr>
        <p:spPr/>
        <p:txBody>
          <a:bodyPr>
            <a:normAutofit/>
          </a:bodyPr>
          <a:lstStyle/>
          <a:p>
            <a:r>
              <a:rPr lang="en-US" sz="2400" noProof="0" dirty="0">
                <a:latin typeface="Times New Roman" panose="02020603050405020304" pitchFamily="18" charset="0"/>
                <a:cs typeface="Times New Roman" panose="02020603050405020304" pitchFamily="18" charset="0"/>
              </a:rPr>
              <a:t>An illustration displays factors affecting global software development teams. The factors are distance, barriers and complexity, communication, collaboration, and coordination. The distance introduces barriers and complexity, it complicates communication, and accentuates the need for coordination. Communication enhances collaboration, and collaboration improves coordination. Coordination reduces barriers and complexity and that attenuates the communication.</a:t>
            </a:r>
          </a:p>
        </p:txBody>
      </p:sp>
      <p:sp>
        <p:nvSpPr>
          <p:cNvPr id="5" name="Text Placeholder 4">
            <a:extLst>
              <a:ext uri="{FF2B5EF4-FFF2-40B4-BE49-F238E27FC236}">
                <a16:creationId xmlns:a16="http://schemas.microsoft.com/office/drawing/2014/main" id="{0025395E-AB4F-4DE4-8CC5-2D362FE97424}"/>
              </a:ext>
            </a:extLst>
          </p:cNvPr>
          <p:cNvSpPr>
            <a:spLocks noGrp="1"/>
          </p:cNvSpPr>
          <p:nvPr>
            <p:ph type="body" sz="quarter" idx="15"/>
          </p:nvPr>
        </p:nvSpPr>
        <p:spPr/>
        <p:txBody>
          <a:bodyPr/>
          <a:lstStyle/>
          <a:p>
            <a:pPr algn="ctr"/>
            <a:r>
              <a:rPr lang="en-US" noProof="0" dirty="0">
                <a:latin typeface="Times New Roman" panose="02020603050405020304" pitchFamily="18" charset="0"/>
                <a:cs typeface="Times New Roman" panose="02020603050405020304" pitchFamily="18" charset="0"/>
                <a:hlinkClick r:id="rId2" action="ppaction://hlinksldjump"/>
              </a:rPr>
              <a:t>Return to parent-slide containing images.</a:t>
            </a:r>
            <a:endParaRPr lang="en-US" noProof="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58370D88-AB9B-47B4-9537-948FBA614E16}"/>
              </a:ext>
            </a:extLst>
          </p:cNvPr>
          <p:cNvSpPr>
            <a:spLocks noGrp="1"/>
          </p:cNvSpPr>
          <p:nvPr>
            <p:ph type="sldNum" sz="quarter" idx="10"/>
          </p:nvPr>
        </p:nvSpPr>
        <p:spPr/>
        <p:txBody>
          <a:bodyPr/>
          <a:lstStyle/>
          <a:p>
            <a:fld id="{68151E55-6873-49E2-B8D5-2F265E6F1973}" type="slidenum">
              <a:rPr lang="en-US" smtClean="0">
                <a:latin typeface="Times New Roman" panose="02020603050405020304" pitchFamily="18" charset="0"/>
                <a:cs typeface="Times New Roman" panose="02020603050405020304" pitchFamily="18" charset="0"/>
              </a:rPr>
              <a:t>14</a:t>
            </a:fld>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163036823"/>
      </p:ext>
    </p:extLst>
  </p:cSld>
  <p:clrMapOvr>
    <a:masterClrMapping/>
  </p:clrMapOvr>
</p:sld>
</file>

<file path=ppt/theme/theme1.xml><?xml version="1.0" encoding="utf-8"?>
<a:theme xmlns:a="http://schemas.openxmlformats.org/drawingml/2006/main" name="Title Slides 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9205645-1F2A-4B1E-9674-DA1B2F4D5ED6}"/>
    </a:ext>
  </a:extLst>
</a:theme>
</file>

<file path=ppt/theme/theme2.xml><?xml version="1.0" encoding="utf-8"?>
<a:theme xmlns:a="http://schemas.openxmlformats.org/drawingml/2006/main" name="MainContentSlideMaster">
  <a:themeElements>
    <a:clrScheme name="Custom 1">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4FF0FDA0-6894-4596-BDAC-FCF1DCFBA9AA}"/>
    </a:ext>
  </a:extLst>
</a:theme>
</file>

<file path=ppt/theme/theme3.xml><?xml version="1.0" encoding="utf-8"?>
<a:theme xmlns:a="http://schemas.openxmlformats.org/drawingml/2006/main" name="Closing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B82DCB52-FEF9-40CC-B3DC-F0115DBC3F82}"/>
    </a:ext>
  </a:extLst>
</a:theme>
</file>

<file path=ppt/theme/theme4.xml><?xml version="1.0" encoding="utf-8"?>
<a:theme xmlns:a="http://schemas.openxmlformats.org/drawingml/2006/main" name="DividerSlideMaster">
  <a:themeElements>
    <a:clrScheme name="MHE PPT Theme Colors 06 15 18">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625D9C"/>
      </a:hlink>
      <a:folHlink>
        <a:srgbClr val="373A36"/>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38380B4B-557F-493C-8BD4-E5DEA4FEDAB0}"/>
    </a:ext>
  </a:extLst>
</a:theme>
</file>

<file path=ppt/theme/theme5.xml><?xml version="1.0" encoding="utf-8"?>
<a:theme xmlns:a="http://schemas.openxmlformats.org/drawingml/2006/main" name="ImageDescriptionAppendixSlideMaster">
  <a:themeElements>
    <a:clrScheme name="Custom 2">
      <a:dk1>
        <a:srgbClr val="000000"/>
      </a:dk1>
      <a:lt1>
        <a:srgbClr val="FFFFFF"/>
      </a:lt1>
      <a:dk2>
        <a:srgbClr val="000000"/>
      </a:dk2>
      <a:lt2>
        <a:srgbClr val="FFFFFF"/>
      </a:lt2>
      <a:accent1>
        <a:srgbClr val="E21A23"/>
      </a:accent1>
      <a:accent2>
        <a:srgbClr val="FFB600"/>
      </a:accent2>
      <a:accent3>
        <a:srgbClr val="625D9C"/>
      </a:accent3>
      <a:accent4>
        <a:srgbClr val="AF1858"/>
      </a:accent4>
      <a:accent5>
        <a:srgbClr val="692146"/>
      </a:accent5>
      <a:accent6>
        <a:srgbClr val="EC7700"/>
      </a:accent6>
      <a:hlink>
        <a:srgbClr val="000000"/>
      </a:hlink>
      <a:folHlink>
        <a:srgbClr val="000000"/>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50000"/>
          </a:schemeClr>
        </a:lnRef>
        <a:fillRef idx="1">
          <a:schemeClr val="accent1"/>
        </a:fillRef>
        <a:effectRef idx="0">
          <a:schemeClr val="accent1"/>
        </a:effectRef>
        <a:fontRef idx="minor">
          <a:schemeClr val="lt1"/>
        </a:fontRef>
      </a:style>
    </a:spDef>
  </a:objectDefaults>
  <a:extraClrSchemeLst/>
  <a:extLst>
    <a:ext uri="{05A4C25C-085E-4340-85A3-A5531E510DB2}">
      <thm15:themeFamily xmlns:thm15="http://schemas.microsoft.com/office/thememl/2012/main" name="MHHE_Generic Accessible PPT Template_Editorial_v8_2018.potx" id="{0A7644F7-F48A-4B8E-BAF2-625D36B4B6E5}" vid="{F0C5A687-89F8-48FC-8D59-8BA67B8E380E}"/>
    </a:ext>
  </a:extLst>
</a:theme>
</file>

<file path=docProps/app.xml><?xml version="1.0" encoding="utf-8"?>
<Properties xmlns="http://schemas.openxmlformats.org/officeDocument/2006/extended-properties" xmlns:vt="http://schemas.openxmlformats.org/officeDocument/2006/docPropsVTypes">
  <Template>MHHE_Generic Accessible PPT Template_Editorial_v8_2018</Template>
  <TotalTime>233</TotalTime>
  <Words>784</Words>
  <Application>Microsoft Office PowerPoint</Application>
  <PresentationFormat>全屏显示(4:3)</PresentationFormat>
  <Paragraphs>81</Paragraphs>
  <Slides>14</Slides>
  <Notes>0</Notes>
  <HiddenSlides>3</HiddenSlides>
  <MMClips>0</MMClips>
  <ScaleCrop>false</ScaleCrop>
  <HeadingPairs>
    <vt:vector size="6" baseType="variant">
      <vt:variant>
        <vt:lpstr>已用的字体</vt:lpstr>
      </vt:variant>
      <vt:variant>
        <vt:i4>2</vt:i4>
      </vt:variant>
      <vt:variant>
        <vt:lpstr>主题</vt:lpstr>
      </vt:variant>
      <vt:variant>
        <vt:i4>5</vt:i4>
      </vt:variant>
      <vt:variant>
        <vt:lpstr>幻灯片标题</vt:lpstr>
      </vt:variant>
      <vt:variant>
        <vt:i4>14</vt:i4>
      </vt:variant>
    </vt:vector>
  </HeadingPairs>
  <TitlesOfParts>
    <vt:vector size="21" baseType="lpstr">
      <vt:lpstr>Arial</vt:lpstr>
      <vt:lpstr>Times New Roman</vt:lpstr>
      <vt:lpstr>Title Slides Master</vt:lpstr>
      <vt:lpstr>MainContentSlideMaster</vt:lpstr>
      <vt:lpstr>ClosingMaster</vt:lpstr>
      <vt:lpstr>DividerSlideMaster</vt:lpstr>
      <vt:lpstr>ImageDescriptionAppendixSlideMaster</vt:lpstr>
      <vt:lpstr>Chapter 5</vt:lpstr>
      <vt:lpstr>Traits of Successful Software Engineers</vt:lpstr>
      <vt:lpstr>Behavior Model for Software Engineering</vt:lpstr>
      <vt:lpstr>Effective Software Team Attributes</vt:lpstr>
      <vt:lpstr>Symptoms of Team Toxicity</vt:lpstr>
      <vt:lpstr>Project Factors Affecting Team Structure</vt:lpstr>
      <vt:lpstr>Agile Teams</vt:lpstr>
      <vt:lpstr>Impact of Social Media</vt:lpstr>
      <vt:lpstr>Team Decision Making Complications</vt:lpstr>
      <vt:lpstr>Factors Affecting Global Software Development Teams</vt:lpstr>
      <vt:lpstr>End of Main Content</vt:lpstr>
      <vt:lpstr>Accessibility Content: Text Alternatives for Images</vt:lpstr>
      <vt:lpstr>Behavior Model for Software Engineering – Text Alternative</vt:lpstr>
      <vt:lpstr>Factors Affecting Global Software Development Teams – Text Alternative</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One of Four Title Slide Options</dc:title>
  <dc:creator>Ervolino, Heather</dc:creator>
  <cp:keywords>PPT</cp:keywords>
  <cp:lastModifiedBy>海宁 张</cp:lastModifiedBy>
  <cp:revision>45</cp:revision>
  <dcterms:created xsi:type="dcterms:W3CDTF">2019-01-22T22:04:31Z</dcterms:created>
  <dcterms:modified xsi:type="dcterms:W3CDTF">2023-09-20T01:46:42Z</dcterms:modified>
</cp:coreProperties>
</file>